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9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81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Generic AI Coding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5820"/>
            <a:ext cx="3931920" cy="2103120"/>
          </a:xfrm>
          <a:prstGeom prst="rect">
            <a:avLst/>
          </a:prstGeom>
          <a:solidFill>
            <a:srgbClr val="FF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829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Generic Agents Waste Resources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487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entire codebase = High token costs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org knowledge = Inconsistent output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design-to-code = Slow delivery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Developers repeat prompts = Lost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45820"/>
            <a:ext cx="3931920" cy="2103120"/>
          </a:xfrm>
          <a:prstGeom prst="rect">
            <a:avLst/>
          </a:prstGeom>
          <a:solidFill>
            <a:srgbClr val="F0F9FF"/>
          </a:solidFill>
          <a:ln w="25400">
            <a:solidFill>
              <a:srgbClr val="01B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9829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Our Intelligent Framework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3487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context = 40-60% cost reduction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Pre-built intelligence = Guaranteed quality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Figma automation = 60% faster UI dev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Reusable templates = Instant consistency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21183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Intelligence Architecture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577590"/>
            <a:ext cx="2560320" cy="13716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1475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8907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53771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BF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Orchestration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577590"/>
            <a:ext cx="2560320" cy="1371600"/>
          </a:xfrm>
          <a:prstGeom prst="rect">
            <a:avLst/>
          </a:prstGeom>
          <a:solidFill>
            <a:srgbClr val="01BAE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71475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98907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Design-to-Code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453771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Figma→Code Pipeline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3577590"/>
            <a:ext cx="2560320" cy="1371600"/>
          </a:xfrm>
          <a:prstGeom prst="rect">
            <a:avLst/>
          </a:prstGeom>
          <a:solidFill>
            <a:srgbClr val="20A4F3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371475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398907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453771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Context Control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4171950"/>
            <a:ext cx="320040" cy="182880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5760720" y="4171950"/>
            <a:ext cx="320040" cy="182880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9990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that knows your organization, not generic chatbots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Intelligent?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intelligence that generic agents lack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954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1"/>
            <a:ext cx="7863840" cy="10515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Layer: Your Organization's DNA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inject your coding standards, security rules, and patterns into every AI interaction.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95%+ consistency. No hoping—guaranteed.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1"/>
            <a:ext cx="7863840" cy="10515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822960" y="27874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67605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Layer: Figma Screens → Production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04181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reads Figma, applies UI/UX prompts, generates pixel-perfect components.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Designers hand off → Code ready in hours. 60-70% faster.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7538" y="3883342"/>
            <a:ext cx="7863840" cy="1200369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822960" y="414843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0A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405050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Layer: Smart Context, Not Wasteful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372415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AI to GitHub, Figma, Jira. Fetches ONLY relevant files, orchestrates end-to-end.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40-60% lower token costs. AI reads→writes→tests→commits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600" dirty="0"/>
              <a:t>Measurable 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measurable impact on your bottom 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38428"/>
            <a:ext cx="4114800" cy="398221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15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Productivity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129497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Feature Delivery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25151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01523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UI Dev 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6445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0080" y="3919083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91261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25-35%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4797699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134647"/>
            <a:ext cx="4114800" cy="3964803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1861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Quality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165295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46320" y="216431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AI Token Costs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5186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Guarantees: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2861017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95%+ code consistency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1272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Built-in security 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426187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Pixel-perfect design fidelity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69628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End-to-end automation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953109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50% faster onboarding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4351665"/>
            <a:ext cx="3749040" cy="6400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5" name="Text 23"/>
          <p:cNvSpPr/>
          <p:nvPr/>
        </p:nvSpPr>
        <p:spPr>
          <a:xfrm>
            <a:off x="4536831" y="4437302"/>
            <a:ext cx="42414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difference: 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Intellegence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automation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318</Words>
  <Application>Microsoft Office PowerPoint</Application>
  <PresentationFormat>On-screen Show (16:9)</PresentationFormat>
  <Paragraphs>63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AI Development Framework - American Airlines</dc:title>
  <dc:subject>Demo Presentation</dc:subject>
  <dc:creator>AI Development Framework</dc:creator>
  <cp:lastModifiedBy>Jainmiah Shaik</cp:lastModifiedBy>
  <cp:revision>2</cp:revision>
  <dcterms:created xsi:type="dcterms:W3CDTF">2026-02-11T09:22:57Z</dcterms:created>
  <dcterms:modified xsi:type="dcterms:W3CDTF">2026-02-11T09:41:40Z</dcterms:modified>
</cp:coreProperties>
</file>