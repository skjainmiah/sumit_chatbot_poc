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59" r:id="rId8"/>
    <p:sldId id="260" r:id="rId9"/>
    <p:sldId id="265" r:id="rId10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015660-59A9-060D-68AA-85D37B342B09}" v="434" dt="2026-02-04T08:14:34.7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nit Jain" userId="S::varnit.jain@coforge.com::a38165c1-6b75-404c-9740-a2c212f67c09" providerId="AD" clId="Web-{8A015660-59A9-060D-68AA-85D37B342B09}"/>
    <pc:docChg chg="addSld delSld modSld sldOrd">
      <pc:chgData name="Varnit Jain" userId="S::varnit.jain@coforge.com::a38165c1-6b75-404c-9740-a2c212f67c09" providerId="AD" clId="Web-{8A015660-59A9-060D-68AA-85D37B342B09}" dt="2026-02-04T08:14:34.756" v="438"/>
      <pc:docMkLst>
        <pc:docMk/>
      </pc:docMkLst>
      <pc:sldChg chg="addSp delSp modSp mod setBg">
        <pc:chgData name="Varnit Jain" userId="S::varnit.jain@coforge.com::a38165c1-6b75-404c-9740-a2c212f67c09" providerId="AD" clId="Web-{8A015660-59A9-060D-68AA-85D37B342B09}" dt="2026-02-03T16:47:06.069" v="403" actId="1076"/>
        <pc:sldMkLst>
          <pc:docMk/>
          <pc:sldMk cId="109857222" sldId="256"/>
        </pc:sldMkLst>
        <pc:spChg chg="mod">
          <ac:chgData name="Varnit Jain" userId="S::varnit.jain@coforge.com::a38165c1-6b75-404c-9740-a2c212f67c09" providerId="AD" clId="Web-{8A015660-59A9-060D-68AA-85D37B342B09}" dt="2026-02-03T16:47:06.069" v="403" actId="1076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Varnit Jain" userId="S::varnit.jain@coforge.com::a38165c1-6b75-404c-9740-a2c212f67c09" providerId="AD" clId="Web-{8A015660-59A9-060D-68AA-85D37B342B09}" dt="2026-02-03T16:46:36.335" v="397"/>
          <ac:spMkLst>
            <pc:docMk/>
            <pc:sldMk cId="109857222" sldId="256"/>
            <ac:spMk id="8" creationId="{19D32F93-50AC-4C46-A5DB-291C60DDB7BD}"/>
          </ac:spMkLst>
        </pc:spChg>
        <pc:spChg chg="add del">
          <ac:chgData name="Varnit Jain" userId="S::varnit.jain@coforge.com::a38165c1-6b75-404c-9740-a2c212f67c09" providerId="AD" clId="Web-{8A015660-59A9-060D-68AA-85D37B342B09}" dt="2026-02-03T16:46:36.335" v="397"/>
          <ac:spMkLst>
            <pc:docMk/>
            <pc:sldMk cId="109857222" sldId="256"/>
            <ac:spMk id="10" creationId="{86FD7672-78BE-4D6F-A711-2CDB79B52DFF}"/>
          </ac:spMkLst>
        </pc:spChg>
        <pc:spChg chg="add del">
          <ac:chgData name="Varnit Jain" userId="S::varnit.jain@coforge.com::a38165c1-6b75-404c-9740-a2c212f67c09" providerId="AD" clId="Web-{8A015660-59A9-060D-68AA-85D37B342B09}" dt="2026-02-03T16:46:36.335" v="397"/>
          <ac:spMkLst>
            <pc:docMk/>
            <pc:sldMk cId="109857222" sldId="256"/>
            <ac:spMk id="12" creationId="{827DC2C4-B485-428A-BF4A-472D2967F47F}"/>
          </ac:spMkLst>
        </pc:spChg>
        <pc:spChg chg="add del">
          <ac:chgData name="Varnit Jain" userId="S::varnit.jain@coforge.com::a38165c1-6b75-404c-9740-a2c212f67c09" providerId="AD" clId="Web-{8A015660-59A9-060D-68AA-85D37B342B09}" dt="2026-02-03T16:46:36.335" v="397"/>
          <ac:spMkLst>
            <pc:docMk/>
            <pc:sldMk cId="109857222" sldId="256"/>
            <ac:spMk id="14" creationId="{4A62647B-1222-407C-8740-5A497612B1F5}"/>
          </ac:spMkLst>
        </pc:spChg>
        <pc:spChg chg="add">
          <ac:chgData name="Varnit Jain" userId="S::varnit.jain@coforge.com::a38165c1-6b75-404c-9740-a2c212f67c09" providerId="AD" clId="Web-{8A015660-59A9-060D-68AA-85D37B342B09}" dt="2026-02-03T16:46:36.335" v="398"/>
          <ac:spMkLst>
            <pc:docMk/>
            <pc:sldMk cId="109857222" sldId="256"/>
            <ac:spMk id="15" creationId="{B81933D1-5615-42C7-9C0B-4EB7105CCE2D}"/>
          </ac:spMkLst>
        </pc:spChg>
        <pc:spChg chg="add">
          <ac:chgData name="Varnit Jain" userId="S::varnit.jain@coforge.com::a38165c1-6b75-404c-9740-a2c212f67c09" providerId="AD" clId="Web-{8A015660-59A9-060D-68AA-85D37B342B09}" dt="2026-02-03T16:46:36.335" v="398"/>
          <ac:spMkLst>
            <pc:docMk/>
            <pc:sldMk cId="109857222" sldId="256"/>
            <ac:spMk id="16" creationId="{47942995-B07F-4636-9A06-C6A104B260A8}"/>
          </ac:spMkLst>
        </pc:spChg>
        <pc:spChg chg="add">
          <ac:chgData name="Varnit Jain" userId="S::varnit.jain@coforge.com::a38165c1-6b75-404c-9740-a2c212f67c09" providerId="AD" clId="Web-{8A015660-59A9-060D-68AA-85D37B342B09}" dt="2026-02-03T16:46:36.335" v="398"/>
          <ac:spMkLst>
            <pc:docMk/>
            <pc:sldMk cId="109857222" sldId="256"/>
            <ac:spMk id="17" creationId="{19C9EAEA-39D0-4B0E-A0EB-51E7B26740B1}"/>
          </ac:spMkLst>
        </pc:spChg>
        <pc:grpChg chg="add">
          <ac:chgData name="Varnit Jain" userId="S::varnit.jain@coforge.com::a38165c1-6b75-404c-9740-a2c212f67c09" providerId="AD" clId="Web-{8A015660-59A9-060D-68AA-85D37B342B09}" dt="2026-02-03T16:46:36.335" v="398"/>
          <ac:grpSpMkLst>
            <pc:docMk/>
            <pc:sldMk cId="109857222" sldId="256"/>
            <ac:grpSpMk id="18" creationId="{032D8612-31EB-44CF-A1D0-14FD4C705424}"/>
          </ac:grpSpMkLst>
        </pc:grpChg>
        <pc:picChg chg="add mod">
          <ac:chgData name="Varnit Jain" userId="S::varnit.jain@coforge.com::a38165c1-6b75-404c-9740-a2c212f67c09" providerId="AD" clId="Web-{8A015660-59A9-060D-68AA-85D37B342B09}" dt="2026-02-03T16:46:36.335" v="398"/>
          <ac:picMkLst>
            <pc:docMk/>
            <pc:sldMk cId="109857222" sldId="256"/>
            <ac:picMk id="2" creationId="{BCD7CFF0-7D60-02B2-6D82-EE61660F8A41}"/>
          </ac:picMkLst>
        </pc:picChg>
      </pc:sldChg>
      <pc:sldChg chg="addSp delSp modSp mod setBg">
        <pc:chgData name="Varnit Jain" userId="S::varnit.jain@coforge.com::a38165c1-6b75-404c-9740-a2c212f67c09" providerId="AD" clId="Web-{8A015660-59A9-060D-68AA-85D37B342B09}" dt="2026-02-03T16:49:34.712" v="411" actId="14100"/>
        <pc:sldMkLst>
          <pc:docMk/>
          <pc:sldMk cId="3736324307" sldId="257"/>
        </pc:sldMkLst>
        <pc:spChg chg="mod">
          <ac:chgData name="Varnit Jain" userId="S::varnit.jain@coforge.com::a38165c1-6b75-404c-9740-a2c212f67c09" providerId="AD" clId="Web-{8A015660-59A9-060D-68AA-85D37B342B09}" dt="2026-02-03T16:48:19.242" v="405"/>
          <ac:spMkLst>
            <pc:docMk/>
            <pc:sldMk cId="3736324307" sldId="257"/>
            <ac:spMk id="2" creationId="{43B7AD25-4F58-2A27-8BE6-B8B87807D5C9}"/>
          </ac:spMkLst>
        </pc:spChg>
        <pc:spChg chg="mod">
          <ac:chgData name="Varnit Jain" userId="S::varnit.jain@coforge.com::a38165c1-6b75-404c-9740-a2c212f67c09" providerId="AD" clId="Web-{8A015660-59A9-060D-68AA-85D37B342B09}" dt="2026-02-03T16:49:34.712" v="411" actId="14100"/>
          <ac:spMkLst>
            <pc:docMk/>
            <pc:sldMk cId="3736324307" sldId="257"/>
            <ac:spMk id="3" creationId="{D989E707-4F82-F710-482B-92324E178058}"/>
          </ac:spMkLst>
        </pc:spChg>
        <pc:spChg chg="del">
          <ac:chgData name="Varnit Jain" userId="S::varnit.jain@coforge.com::a38165c1-6b75-404c-9740-a2c212f67c09" providerId="AD" clId="Web-{8A015660-59A9-060D-68AA-85D37B342B09}" dt="2026-02-03T16:35:03.956" v="342"/>
          <ac:spMkLst>
            <pc:docMk/>
            <pc:sldMk cId="3736324307" sldId="257"/>
            <ac:spMk id="4" creationId="{598FBB69-A71E-C374-2169-B8ABF2A58088}"/>
          </ac:spMkLst>
        </pc:spChg>
        <pc:spChg chg="del">
          <ac:chgData name="Varnit Jain" userId="S::varnit.jain@coforge.com::a38165c1-6b75-404c-9740-a2c212f67c09" providerId="AD" clId="Web-{8A015660-59A9-060D-68AA-85D37B342B09}" dt="2026-02-03T16:35:06.316" v="343"/>
          <ac:spMkLst>
            <pc:docMk/>
            <pc:sldMk cId="3736324307" sldId="257"/>
            <ac:spMk id="5" creationId="{F2C8F6D7-A4D5-44C2-3520-2DCC9082E353}"/>
          </ac:spMkLst>
        </pc:spChg>
        <pc:spChg chg="add">
          <ac:chgData name="Varnit Jain" userId="S::varnit.jain@coforge.com::a38165c1-6b75-404c-9740-a2c212f67c09" providerId="AD" clId="Web-{8A015660-59A9-060D-68AA-85D37B342B09}" dt="2026-02-03T16:48:19.242" v="405"/>
          <ac:spMkLst>
            <pc:docMk/>
            <pc:sldMk cId="3736324307" sldId="257"/>
            <ac:spMk id="11" creationId="{743AA782-23D1-4521-8CAD-47662984AA08}"/>
          </ac:spMkLst>
        </pc:spChg>
        <pc:spChg chg="add">
          <ac:chgData name="Varnit Jain" userId="S::varnit.jain@coforge.com::a38165c1-6b75-404c-9740-a2c212f67c09" providerId="AD" clId="Web-{8A015660-59A9-060D-68AA-85D37B342B09}" dt="2026-02-03T16:48:19.242" v="405"/>
          <ac:spMkLst>
            <pc:docMk/>
            <pc:sldMk cId="3736324307" sldId="257"/>
            <ac:spMk id="13" creationId="{71877DBC-BB60-40F0-AC93-2ACDBAAE60CE}"/>
          </ac:spMkLst>
        </pc:spChg>
        <pc:picChg chg="add mod modCrop">
          <ac:chgData name="Varnit Jain" userId="S::varnit.jain@coforge.com::a38165c1-6b75-404c-9740-a2c212f67c09" providerId="AD" clId="Web-{8A015660-59A9-060D-68AA-85D37B342B09}" dt="2026-02-03T16:48:40.430" v="407"/>
          <ac:picMkLst>
            <pc:docMk/>
            <pc:sldMk cId="3736324307" sldId="257"/>
            <ac:picMk id="6" creationId="{4F4A5C04-096C-D848-8986-A197DBF4B0C2}"/>
          </ac:picMkLst>
        </pc:picChg>
      </pc:sldChg>
      <pc:sldChg chg="del">
        <pc:chgData name="Varnit Jain" userId="S::varnit.jain@coforge.com::a38165c1-6b75-404c-9740-a2c212f67c09" providerId="AD" clId="Web-{8A015660-59A9-060D-68AA-85D37B342B09}" dt="2026-02-03T16:37:37.754" v="374"/>
        <pc:sldMkLst>
          <pc:docMk/>
          <pc:sldMk cId="703709827" sldId="258"/>
        </pc:sldMkLst>
      </pc:sldChg>
      <pc:sldChg chg="addSp delSp modSp mod setBg">
        <pc:chgData name="Varnit Jain" userId="S::varnit.jain@coforge.com::a38165c1-6b75-404c-9740-a2c212f67c09" providerId="AD" clId="Web-{8A015660-59A9-060D-68AA-85D37B342B09}" dt="2026-02-04T08:14:06.912" v="433" actId="14100"/>
        <pc:sldMkLst>
          <pc:docMk/>
          <pc:sldMk cId="841005408" sldId="259"/>
        </pc:sldMkLst>
        <pc:spChg chg="mod">
          <ac:chgData name="Varnit Jain" userId="S::varnit.jain@coforge.com::a38165c1-6b75-404c-9740-a2c212f67c09" providerId="AD" clId="Web-{8A015660-59A9-060D-68AA-85D37B342B09}" dt="2026-02-04T08:13:53.912" v="426"/>
          <ac:spMkLst>
            <pc:docMk/>
            <pc:sldMk cId="841005408" sldId="259"/>
            <ac:spMk id="2" creationId="{738D098F-3F6F-CCF9-E1FD-1A7FDBA80DB8}"/>
          </ac:spMkLst>
        </pc:spChg>
        <pc:spChg chg="add mod">
          <ac:chgData name="Varnit Jain" userId="S::varnit.jain@coforge.com::a38165c1-6b75-404c-9740-a2c212f67c09" providerId="AD" clId="Web-{8A015660-59A9-060D-68AA-85D37B342B09}" dt="2026-02-04T08:14:06.912" v="433" actId="14100"/>
          <ac:spMkLst>
            <pc:docMk/>
            <pc:sldMk cId="841005408" sldId="259"/>
            <ac:spMk id="3" creationId="{BA0BF51A-1E1E-FA44-BD42-FD44C15C85FB}"/>
          </ac:spMkLst>
        </pc:spChg>
        <pc:spChg chg="del mod">
          <ac:chgData name="Varnit Jain" userId="S::varnit.jain@coforge.com::a38165c1-6b75-404c-9740-a2c212f67c09" providerId="AD" clId="Web-{8A015660-59A9-060D-68AA-85D37B342B09}" dt="2026-02-03T16:36:53.973" v="370"/>
          <ac:spMkLst>
            <pc:docMk/>
            <pc:sldMk cId="841005408" sldId="259"/>
            <ac:spMk id="4" creationId="{98E62967-3363-2C70-9C78-45577D82E406}"/>
          </ac:spMkLst>
        </pc:spChg>
        <pc:spChg chg="del">
          <ac:chgData name="Varnit Jain" userId="S::varnit.jain@coforge.com::a38165c1-6b75-404c-9740-a2c212f67c09" providerId="AD" clId="Web-{8A015660-59A9-060D-68AA-85D37B342B09}" dt="2026-02-03T16:36:44.707" v="366"/>
          <ac:spMkLst>
            <pc:docMk/>
            <pc:sldMk cId="841005408" sldId="259"/>
            <ac:spMk id="5" creationId="{5A206B5C-DADB-FCFD-1CFA-D1374BAC9F08}"/>
          </ac:spMkLst>
        </pc:spChg>
        <pc:spChg chg="del">
          <ac:chgData name="Varnit Jain" userId="S::varnit.jain@coforge.com::a38165c1-6b75-404c-9740-a2c212f67c09" providerId="AD" clId="Web-{8A015660-59A9-060D-68AA-85D37B342B09}" dt="2026-02-03T16:36:44.707" v="364"/>
          <ac:spMkLst>
            <pc:docMk/>
            <pc:sldMk cId="841005408" sldId="259"/>
            <ac:spMk id="6" creationId="{1F16200F-8730-0AE5-5145-4867A1A24DD8}"/>
          </ac:spMkLst>
        </pc:spChg>
        <pc:spChg chg="del">
          <ac:chgData name="Varnit Jain" userId="S::varnit.jain@coforge.com::a38165c1-6b75-404c-9740-a2c212f67c09" providerId="AD" clId="Web-{8A015660-59A9-060D-68AA-85D37B342B09}" dt="2026-02-03T16:36:44.707" v="365"/>
          <ac:spMkLst>
            <pc:docMk/>
            <pc:sldMk cId="841005408" sldId="259"/>
            <ac:spMk id="7" creationId="{D255E547-AD32-6E60-3400-B68B2845B00C}"/>
          </ac:spMkLst>
        </pc:spChg>
        <pc:spChg chg="add">
          <ac:chgData name="Varnit Jain" userId="S::varnit.jain@coforge.com::a38165c1-6b75-404c-9740-a2c212f67c09" providerId="AD" clId="Web-{8A015660-59A9-060D-68AA-85D37B342B09}" dt="2026-02-04T08:13:53.912" v="426"/>
          <ac:spMkLst>
            <pc:docMk/>
            <pc:sldMk cId="841005408" sldId="259"/>
            <ac:spMk id="11" creationId="{CD8B4F24-440B-49E9-B85D-733523DC064B}"/>
          </ac:spMkLst>
        </pc:spChg>
        <pc:spChg chg="add">
          <ac:chgData name="Varnit Jain" userId="S::varnit.jain@coforge.com::a38165c1-6b75-404c-9740-a2c212f67c09" providerId="AD" clId="Web-{8A015660-59A9-060D-68AA-85D37B342B09}" dt="2026-02-04T08:13:53.912" v="426"/>
          <ac:spMkLst>
            <pc:docMk/>
            <pc:sldMk cId="841005408" sldId="259"/>
            <ac:spMk id="13" creationId="{2B97F24A-32CE-4C1C-A50D-3016B394DCFB}"/>
          </ac:spMkLst>
        </pc:spChg>
        <pc:grpChg chg="add del">
          <ac:chgData name="Varnit Jain" userId="S::varnit.jain@coforge.com::a38165c1-6b75-404c-9740-a2c212f67c09" providerId="AD" clId="Web-{8A015660-59A9-060D-68AA-85D37B342B09}" dt="2026-02-04T08:13:53.896" v="425"/>
          <ac:grpSpMkLst>
            <pc:docMk/>
            <pc:sldMk cId="841005408" sldId="259"/>
            <ac:grpSpMk id="9" creationId="{6258F736-B256-8039-9DC6-F4E49A5C5AD5}"/>
          </ac:grpSpMkLst>
        </pc:grpChg>
        <pc:picChg chg="add mod">
          <ac:chgData name="Varnit Jain" userId="S::varnit.jain@coforge.com::a38165c1-6b75-404c-9740-a2c212f67c09" providerId="AD" clId="Web-{8A015660-59A9-060D-68AA-85D37B342B09}" dt="2026-02-04T08:13:53.912" v="426"/>
          <ac:picMkLst>
            <pc:docMk/>
            <pc:sldMk cId="841005408" sldId="259"/>
            <ac:picMk id="4" creationId="{03B4F63A-A75F-8563-18A0-5D45A2351A01}"/>
          </ac:picMkLst>
        </pc:picChg>
      </pc:sldChg>
      <pc:sldChg chg="addSp delSp modSp mod setBg">
        <pc:chgData name="Varnit Jain" userId="S::varnit.jain@coforge.com::a38165c1-6b75-404c-9740-a2c212f67c09" providerId="AD" clId="Web-{8A015660-59A9-060D-68AA-85D37B342B09}" dt="2026-02-03T16:39:44.161" v="391" actId="14100"/>
        <pc:sldMkLst>
          <pc:docMk/>
          <pc:sldMk cId="837494757" sldId="260"/>
        </pc:sldMkLst>
        <pc:spChg chg="add del">
          <ac:chgData name="Varnit Jain" userId="S::varnit.jain@coforge.com::a38165c1-6b75-404c-9740-a2c212f67c09" providerId="AD" clId="Web-{8A015660-59A9-060D-68AA-85D37B342B09}" dt="2026-02-03T16:38:58.442" v="378"/>
          <ac:spMkLst>
            <pc:docMk/>
            <pc:sldMk cId="837494757" sldId="260"/>
            <ac:spMk id="7" creationId="{E722B2DD-E14D-4972-9D98-5D6E61B1B2D2}"/>
          </ac:spMkLst>
        </pc:spChg>
        <pc:spChg chg="add del">
          <ac:chgData name="Varnit Jain" userId="S::varnit.jain@coforge.com::a38165c1-6b75-404c-9740-a2c212f67c09" providerId="AD" clId="Web-{8A015660-59A9-060D-68AA-85D37B342B09}" dt="2026-02-03T16:38:58.442" v="378"/>
          <ac:spMkLst>
            <pc:docMk/>
            <pc:sldMk cId="837494757" sldId="260"/>
            <ac:spMk id="9" creationId="{0CFB124C-4B0C-4A81-8633-17257B151642}"/>
          </ac:spMkLst>
        </pc:spChg>
        <pc:spChg chg="add del">
          <ac:chgData name="Varnit Jain" userId="S::varnit.jain@coforge.com::a38165c1-6b75-404c-9740-a2c212f67c09" providerId="AD" clId="Web-{8A015660-59A9-060D-68AA-85D37B342B09}" dt="2026-02-03T16:39:22.474" v="384"/>
          <ac:spMkLst>
            <pc:docMk/>
            <pc:sldMk cId="837494757" sldId="260"/>
            <ac:spMk id="13" creationId="{D64E9910-51FE-45BF-973D-9D2401FD3C63}"/>
          </ac:spMkLst>
        </pc:spChg>
        <pc:spChg chg="add del">
          <ac:chgData name="Varnit Jain" userId="S::varnit.jain@coforge.com::a38165c1-6b75-404c-9740-a2c212f67c09" providerId="AD" clId="Web-{8A015660-59A9-060D-68AA-85D37B342B09}" dt="2026-02-03T16:39:11.177" v="382"/>
          <ac:spMkLst>
            <pc:docMk/>
            <pc:sldMk cId="837494757" sldId="260"/>
            <ac:spMk id="14" creationId="{0B761509-3B9A-49A6-A84B-C3D86811697D}"/>
          </ac:spMkLst>
        </pc:spChg>
        <pc:spChg chg="add del">
          <ac:chgData name="Varnit Jain" userId="S::varnit.jain@coforge.com::a38165c1-6b75-404c-9740-a2c212f67c09" providerId="AD" clId="Web-{8A015660-59A9-060D-68AA-85D37B342B09}" dt="2026-02-03T16:39:11.177" v="382"/>
          <ac:spMkLst>
            <pc:docMk/>
            <pc:sldMk cId="837494757" sldId="260"/>
            <ac:spMk id="15" creationId="{91DE43FD-EB47-414A-B0AB-169B0FFFA527}"/>
          </ac:spMkLst>
        </pc:spChg>
        <pc:spChg chg="add del">
          <ac:chgData name="Varnit Jain" userId="S::varnit.jain@coforge.com::a38165c1-6b75-404c-9740-a2c212f67c09" providerId="AD" clId="Web-{8A015660-59A9-060D-68AA-85D37B342B09}" dt="2026-02-03T16:39:22.474" v="384"/>
          <ac:spMkLst>
            <pc:docMk/>
            <pc:sldMk cId="837494757" sldId="260"/>
            <ac:spMk id="18" creationId="{8950AD4C-6AF3-49F8-94E1-DBCAFB39478B}"/>
          </ac:spMkLst>
        </pc:spChg>
        <pc:spChg chg="add del">
          <ac:chgData name="Varnit Jain" userId="S::varnit.jain@coforge.com::a38165c1-6b75-404c-9740-a2c212f67c09" providerId="AD" clId="Web-{8A015660-59A9-060D-68AA-85D37B342B09}" dt="2026-02-03T16:39:22.474" v="384"/>
          <ac:spMkLst>
            <pc:docMk/>
            <pc:sldMk cId="837494757" sldId="260"/>
            <ac:spMk id="19" creationId="{0ACBD85E-A404-45CB-B532-1039E479D4C6}"/>
          </ac:spMkLst>
        </pc:spChg>
        <pc:spChg chg="add del">
          <ac:chgData name="Varnit Jain" userId="S::varnit.jain@coforge.com::a38165c1-6b75-404c-9740-a2c212f67c09" providerId="AD" clId="Web-{8A015660-59A9-060D-68AA-85D37B342B09}" dt="2026-02-03T16:39:22.474" v="384"/>
          <ac:spMkLst>
            <pc:docMk/>
            <pc:sldMk cId="837494757" sldId="260"/>
            <ac:spMk id="20" creationId="{DB1626B1-BAC7-4893-A5AC-620597685187}"/>
          </ac:spMkLst>
        </pc:spChg>
        <pc:spChg chg="add">
          <ac:chgData name="Varnit Jain" userId="S::varnit.jain@coforge.com::a38165c1-6b75-404c-9740-a2c212f67c09" providerId="AD" clId="Web-{8A015660-59A9-060D-68AA-85D37B342B09}" dt="2026-02-03T16:39:22.474" v="385"/>
          <ac:spMkLst>
            <pc:docMk/>
            <pc:sldMk cId="837494757" sldId="260"/>
            <ac:spMk id="22" creationId="{E722B2DD-E14D-4972-9D98-5D6E61B1B2D2}"/>
          </ac:spMkLst>
        </pc:spChg>
        <pc:spChg chg="add">
          <ac:chgData name="Varnit Jain" userId="S::varnit.jain@coforge.com::a38165c1-6b75-404c-9740-a2c212f67c09" providerId="AD" clId="Web-{8A015660-59A9-060D-68AA-85D37B342B09}" dt="2026-02-03T16:39:22.474" v="385"/>
          <ac:spMkLst>
            <pc:docMk/>
            <pc:sldMk cId="837494757" sldId="260"/>
            <ac:spMk id="23" creationId="{0CFB124C-4B0C-4A81-8633-17257B151642}"/>
          </ac:spMkLst>
        </pc:spChg>
        <pc:grpChg chg="add del">
          <ac:chgData name="Varnit Jain" userId="S::varnit.jain@coforge.com::a38165c1-6b75-404c-9740-a2c212f67c09" providerId="AD" clId="Web-{8A015660-59A9-060D-68AA-85D37B342B09}" dt="2026-02-03T16:39:11.177" v="382"/>
          <ac:grpSpMkLst>
            <pc:docMk/>
            <pc:sldMk cId="837494757" sldId="260"/>
            <ac:grpSpMk id="16" creationId="{58495BCC-CE77-4CC2-952E-846F41119FD5}"/>
          </ac:grpSpMkLst>
        </pc:grpChg>
        <pc:picChg chg="add mod">
          <ac:chgData name="Varnit Jain" userId="S::varnit.jain@coforge.com::a38165c1-6b75-404c-9740-a2c212f67c09" providerId="AD" clId="Web-{8A015660-59A9-060D-68AA-85D37B342B09}" dt="2026-02-03T16:39:44.161" v="391" actId="14100"/>
          <ac:picMkLst>
            <pc:docMk/>
            <pc:sldMk cId="837494757" sldId="260"/>
            <ac:picMk id="2" creationId="{EC3C37B4-CF11-8224-CA3D-51469DB0FA40}"/>
          </ac:picMkLst>
        </pc:picChg>
        <pc:picChg chg="del">
          <ac:chgData name="Varnit Jain" userId="S::varnit.jain@coforge.com::a38165c1-6b75-404c-9740-a2c212f67c09" providerId="AD" clId="Web-{8A015660-59A9-060D-68AA-85D37B342B09}" dt="2026-02-03T16:38:05.536" v="375"/>
          <ac:picMkLst>
            <pc:docMk/>
            <pc:sldMk cId="837494757" sldId="260"/>
            <ac:picMk id="4" creationId="{D821CEDB-32C5-756A-59F1-0B3F428992F8}"/>
          </ac:picMkLst>
        </pc:picChg>
        <pc:cxnChg chg="add del">
          <ac:chgData name="Varnit Jain" userId="S::varnit.jain@coforge.com::a38165c1-6b75-404c-9740-a2c212f67c09" providerId="AD" clId="Web-{8A015660-59A9-060D-68AA-85D37B342B09}" dt="2026-02-03T16:39:01.849" v="380"/>
          <ac:cxnSpMkLst>
            <pc:docMk/>
            <pc:sldMk cId="837494757" sldId="260"/>
            <ac:cxnSpMk id="11" creationId="{22F6364A-B358-4BEE-B158-0734D2C938D4}"/>
          </ac:cxnSpMkLst>
        </pc:cxnChg>
      </pc:sldChg>
      <pc:sldChg chg="addSp modSp new mod setBg">
        <pc:chgData name="Varnit Jain" userId="S::varnit.jain@coforge.com::a38165c1-6b75-404c-9740-a2c212f67c09" providerId="AD" clId="Web-{8A015660-59A9-060D-68AA-85D37B342B09}" dt="2026-02-03T13:21:50.351" v="91" actId="20577"/>
        <pc:sldMkLst>
          <pc:docMk/>
          <pc:sldMk cId="2540327252" sldId="261"/>
        </pc:sldMkLst>
        <pc:spChg chg="mod">
          <ac:chgData name="Varnit Jain" userId="S::varnit.jain@coforge.com::a38165c1-6b75-404c-9740-a2c212f67c09" providerId="AD" clId="Web-{8A015660-59A9-060D-68AA-85D37B342B09}" dt="2026-02-03T13:19:23.397" v="60"/>
          <ac:spMkLst>
            <pc:docMk/>
            <pc:sldMk cId="2540327252" sldId="261"/>
            <ac:spMk id="2" creationId="{69B473EF-D7A9-1F3A-F277-1E421A3BF702}"/>
          </ac:spMkLst>
        </pc:spChg>
        <pc:spChg chg="mod">
          <ac:chgData name="Varnit Jain" userId="S::varnit.jain@coforge.com::a38165c1-6b75-404c-9740-a2c212f67c09" providerId="AD" clId="Web-{8A015660-59A9-060D-68AA-85D37B342B09}" dt="2026-02-03T13:21:50.351" v="91" actId="20577"/>
          <ac:spMkLst>
            <pc:docMk/>
            <pc:sldMk cId="2540327252" sldId="261"/>
            <ac:spMk id="3" creationId="{ABF7408C-5314-6857-A309-FAA792ECFB21}"/>
          </ac:spMkLst>
        </pc:spChg>
        <pc:spChg chg="add">
          <ac:chgData name="Varnit Jain" userId="S::varnit.jain@coforge.com::a38165c1-6b75-404c-9740-a2c212f67c09" providerId="AD" clId="Web-{8A015660-59A9-060D-68AA-85D37B342B09}" dt="2026-02-03T13:19:23.397" v="60"/>
          <ac:spMkLst>
            <pc:docMk/>
            <pc:sldMk cId="2540327252" sldId="261"/>
            <ac:spMk id="9" creationId="{C4285719-470E-454C-AF62-8323075F1F5B}"/>
          </ac:spMkLst>
        </pc:spChg>
        <pc:spChg chg="add">
          <ac:chgData name="Varnit Jain" userId="S::varnit.jain@coforge.com::a38165c1-6b75-404c-9740-a2c212f67c09" providerId="AD" clId="Web-{8A015660-59A9-060D-68AA-85D37B342B09}" dt="2026-02-03T13:19:23.397" v="60"/>
          <ac:spMkLst>
            <pc:docMk/>
            <pc:sldMk cId="2540327252" sldId="261"/>
            <ac:spMk id="11" creationId="{CD9FE4EF-C4D8-49A0-B2FF-81D8DB7D8A24}"/>
          </ac:spMkLst>
        </pc:spChg>
        <pc:spChg chg="add">
          <ac:chgData name="Varnit Jain" userId="S::varnit.jain@coforge.com::a38165c1-6b75-404c-9740-a2c212f67c09" providerId="AD" clId="Web-{8A015660-59A9-060D-68AA-85D37B342B09}" dt="2026-02-03T13:19:23.397" v="60"/>
          <ac:spMkLst>
            <pc:docMk/>
            <pc:sldMk cId="2540327252" sldId="261"/>
            <ac:spMk id="13" creationId="{4300840D-0A0B-4512-BACA-B439D5B9C57C}"/>
          </ac:spMkLst>
        </pc:spChg>
        <pc:spChg chg="add">
          <ac:chgData name="Varnit Jain" userId="S::varnit.jain@coforge.com::a38165c1-6b75-404c-9740-a2c212f67c09" providerId="AD" clId="Web-{8A015660-59A9-060D-68AA-85D37B342B09}" dt="2026-02-03T13:19:23.397" v="60"/>
          <ac:spMkLst>
            <pc:docMk/>
            <pc:sldMk cId="2540327252" sldId="261"/>
            <ac:spMk id="15" creationId="{D2B78728-A580-49A7-84F9-6EF6F583ADE0}"/>
          </ac:spMkLst>
        </pc:spChg>
        <pc:spChg chg="add">
          <ac:chgData name="Varnit Jain" userId="S::varnit.jain@coforge.com::a38165c1-6b75-404c-9740-a2c212f67c09" providerId="AD" clId="Web-{8A015660-59A9-060D-68AA-85D37B342B09}" dt="2026-02-03T13:19:23.397" v="60"/>
          <ac:spMkLst>
            <pc:docMk/>
            <pc:sldMk cId="2540327252" sldId="261"/>
            <ac:spMk id="17" creationId="{38FAA1A1-D861-433F-88FA-1E9D6FD31D11}"/>
          </ac:spMkLst>
        </pc:spChg>
        <pc:spChg chg="add">
          <ac:chgData name="Varnit Jain" userId="S::varnit.jain@coforge.com::a38165c1-6b75-404c-9740-a2c212f67c09" providerId="AD" clId="Web-{8A015660-59A9-060D-68AA-85D37B342B09}" dt="2026-02-03T13:19:23.397" v="60"/>
          <ac:spMkLst>
            <pc:docMk/>
            <pc:sldMk cId="2540327252" sldId="261"/>
            <ac:spMk id="19" creationId="{8D71EDA1-87BF-4D5D-AB79-F346FD19278A}"/>
          </ac:spMkLst>
        </pc:spChg>
        <pc:picChg chg="add mod">
          <ac:chgData name="Varnit Jain" userId="S::varnit.jain@coforge.com::a38165c1-6b75-404c-9740-a2c212f67c09" providerId="AD" clId="Web-{8A015660-59A9-060D-68AA-85D37B342B09}" dt="2026-02-03T13:20:42.663" v="83" actId="14100"/>
          <ac:picMkLst>
            <pc:docMk/>
            <pc:sldMk cId="2540327252" sldId="261"/>
            <ac:picMk id="4" creationId="{71B22536-F742-27DA-C3BF-1291F879FBC3}"/>
          </ac:picMkLst>
        </pc:picChg>
      </pc:sldChg>
      <pc:sldChg chg="addSp delSp modSp new mod setBg">
        <pc:chgData name="Varnit Jain" userId="S::varnit.jain@coforge.com::a38165c1-6b75-404c-9740-a2c212f67c09" providerId="AD" clId="Web-{8A015660-59A9-060D-68AA-85D37B342B09}" dt="2026-02-03T14:07:26.434" v="221" actId="1076"/>
        <pc:sldMkLst>
          <pc:docMk/>
          <pc:sldMk cId="1050817693" sldId="262"/>
        </pc:sldMkLst>
        <pc:spChg chg="mod">
          <ac:chgData name="Varnit Jain" userId="S::varnit.jain@coforge.com::a38165c1-6b75-404c-9740-a2c212f67c09" providerId="AD" clId="Web-{8A015660-59A9-060D-68AA-85D37B342B09}" dt="2026-02-03T14:06:09.370" v="210" actId="20577"/>
          <ac:spMkLst>
            <pc:docMk/>
            <pc:sldMk cId="1050817693" sldId="262"/>
            <ac:spMk id="2" creationId="{ABDC1206-C8A7-B188-877B-DFCEED2D53A2}"/>
          </ac:spMkLst>
        </pc:spChg>
        <pc:spChg chg="mod ord">
          <ac:chgData name="Varnit Jain" userId="S::varnit.jain@coforge.com::a38165c1-6b75-404c-9740-a2c212f67c09" providerId="AD" clId="Web-{8A015660-59A9-060D-68AA-85D37B342B09}" dt="2026-02-03T14:07:26.434" v="221" actId="1076"/>
          <ac:spMkLst>
            <pc:docMk/>
            <pc:sldMk cId="1050817693" sldId="262"/>
            <ac:spMk id="3" creationId="{2A3FF1E6-F709-B2E7-122D-45550A136B95}"/>
          </ac:spMkLst>
        </pc:spChg>
        <pc:spChg chg="add del">
          <ac:chgData name="Varnit Jain" userId="S::varnit.jain@coforge.com::a38165c1-6b75-404c-9740-a2c212f67c09" providerId="AD" clId="Web-{8A015660-59A9-060D-68AA-85D37B342B09}" dt="2026-02-03T13:26:35.587" v="131"/>
          <ac:spMkLst>
            <pc:docMk/>
            <pc:sldMk cId="1050817693" sldId="262"/>
            <ac:spMk id="9" creationId="{45D37F4E-DDB4-456B-97E0-9937730A039F}"/>
          </ac:spMkLst>
        </pc:spChg>
        <pc:spChg chg="add">
          <ac:chgData name="Varnit Jain" userId="S::varnit.jain@coforge.com::a38165c1-6b75-404c-9740-a2c212f67c09" providerId="AD" clId="Web-{8A015660-59A9-060D-68AA-85D37B342B09}" dt="2026-02-03T13:29:06.813" v="159"/>
          <ac:spMkLst>
            <pc:docMk/>
            <pc:sldMk cId="1050817693" sldId="262"/>
            <ac:spMk id="10" creationId="{B210AC1D-4063-4C6E-9528-FA9C4C0C18E6}"/>
          </ac:spMkLst>
        </pc:spChg>
        <pc:spChg chg="add del">
          <ac:chgData name="Varnit Jain" userId="S::varnit.jain@coforge.com::a38165c1-6b75-404c-9740-a2c212f67c09" providerId="AD" clId="Web-{8A015660-59A9-060D-68AA-85D37B342B09}" dt="2026-02-03T13:26:35.587" v="131"/>
          <ac:spMkLst>
            <pc:docMk/>
            <pc:sldMk cId="1050817693" sldId="262"/>
            <ac:spMk id="11" creationId="{B2DD41CD-8F47-4F56-AD12-4E2FF7696987}"/>
          </ac:spMkLst>
        </pc:spChg>
        <pc:spChg chg="add">
          <ac:chgData name="Varnit Jain" userId="S::varnit.jain@coforge.com::a38165c1-6b75-404c-9740-a2c212f67c09" providerId="AD" clId="Web-{8A015660-59A9-060D-68AA-85D37B342B09}" dt="2026-02-03T13:29:06.813" v="159"/>
          <ac:spMkLst>
            <pc:docMk/>
            <pc:sldMk cId="1050817693" sldId="262"/>
            <ac:spMk id="12" creationId="{02F8C595-E68C-4306-AED8-DC7826A0A506}"/>
          </ac:spMkLst>
        </pc:spChg>
        <pc:spChg chg="add del">
          <ac:chgData name="Varnit Jain" userId="S::varnit.jain@coforge.com::a38165c1-6b75-404c-9740-a2c212f67c09" providerId="AD" clId="Web-{8A015660-59A9-060D-68AA-85D37B342B09}" dt="2026-02-03T13:26:40.181" v="133"/>
          <ac:spMkLst>
            <pc:docMk/>
            <pc:sldMk cId="1050817693" sldId="262"/>
            <ac:spMk id="13" creationId="{9A0D773F-7A7D-4DBB-9DEA-86BB8B8F4BC8}"/>
          </ac:spMkLst>
        </pc:spChg>
        <pc:spChg chg="add del">
          <ac:chgData name="Varnit Jain" userId="S::varnit.jain@coforge.com::a38165c1-6b75-404c-9740-a2c212f67c09" providerId="AD" clId="Web-{8A015660-59A9-060D-68AA-85D37B342B09}" dt="2026-02-03T13:26:40.181" v="133"/>
          <ac:spMkLst>
            <pc:docMk/>
            <pc:sldMk cId="1050817693" sldId="262"/>
            <ac:spMk id="14" creationId="{7FF47CB7-972F-479F-A36D-9E72D26EC8DA}"/>
          </ac:spMkLst>
        </pc:spChg>
        <pc:spChg chg="add del">
          <ac:chgData name="Varnit Jain" userId="S::varnit.jain@coforge.com::a38165c1-6b75-404c-9740-a2c212f67c09" providerId="AD" clId="Web-{8A015660-59A9-060D-68AA-85D37B342B09}" dt="2026-02-03T13:26:40.181" v="133"/>
          <ac:spMkLst>
            <pc:docMk/>
            <pc:sldMk cId="1050817693" sldId="262"/>
            <ac:spMk id="15" creationId="{0D153B68-5844-490D-8E67-F616D6D721CA}"/>
          </ac:spMkLst>
        </pc:spChg>
        <pc:picChg chg="add del mod">
          <ac:chgData name="Varnit Jain" userId="S::varnit.jain@coforge.com::a38165c1-6b75-404c-9740-a2c212f67c09" providerId="AD" clId="Web-{8A015660-59A9-060D-68AA-85D37B342B09}" dt="2026-02-03T13:28:01.248" v="151"/>
          <ac:picMkLst>
            <pc:docMk/>
            <pc:sldMk cId="1050817693" sldId="262"/>
            <ac:picMk id="4" creationId="{C2A82E57-AFA7-2E11-E87D-EC85C1AFA40D}"/>
          </ac:picMkLst>
        </pc:picChg>
        <pc:picChg chg="add mod">
          <ac:chgData name="Varnit Jain" userId="S::varnit.jain@coforge.com::a38165c1-6b75-404c-9740-a2c212f67c09" providerId="AD" clId="Web-{8A015660-59A9-060D-68AA-85D37B342B09}" dt="2026-02-03T13:29:06.813" v="159"/>
          <ac:picMkLst>
            <pc:docMk/>
            <pc:sldMk cId="1050817693" sldId="262"/>
            <ac:picMk id="5" creationId="{06F5480A-09BD-5B6B-FA34-902F95C272A5}"/>
          </ac:picMkLst>
        </pc:picChg>
      </pc:sldChg>
      <pc:sldChg chg="addSp delSp modSp new mod ord setBg">
        <pc:chgData name="Varnit Jain" userId="S::varnit.jain@coforge.com::a38165c1-6b75-404c-9740-a2c212f67c09" providerId="AD" clId="Web-{8A015660-59A9-060D-68AA-85D37B342B09}" dt="2026-02-04T08:14:34.756" v="438"/>
        <pc:sldMkLst>
          <pc:docMk/>
          <pc:sldMk cId="2084072273" sldId="263"/>
        </pc:sldMkLst>
        <pc:spChg chg="mod">
          <ac:chgData name="Varnit Jain" userId="S::varnit.jain@coforge.com::a38165c1-6b75-404c-9740-a2c212f67c09" providerId="AD" clId="Web-{8A015660-59A9-060D-68AA-85D37B342B09}" dt="2026-02-03T14:09:30.403" v="260" actId="1076"/>
          <ac:spMkLst>
            <pc:docMk/>
            <pc:sldMk cId="2084072273" sldId="263"/>
            <ac:spMk id="2" creationId="{3C6CE1F2-6FA9-863E-0DCE-887C1BBA0F86}"/>
          </ac:spMkLst>
        </pc:spChg>
        <pc:spChg chg="mod ord">
          <ac:chgData name="Varnit Jain" userId="S::varnit.jain@coforge.com::a38165c1-6b75-404c-9740-a2c212f67c09" providerId="AD" clId="Web-{8A015660-59A9-060D-68AA-85D37B342B09}" dt="2026-02-04T07:20:16.303" v="416" actId="20577"/>
          <ac:spMkLst>
            <pc:docMk/>
            <pc:sldMk cId="2084072273" sldId="263"/>
            <ac:spMk id="3" creationId="{45CA787C-EDCA-C171-9C67-086F718B57DE}"/>
          </ac:spMkLst>
        </pc:spChg>
        <pc:spChg chg="add del mod">
          <ac:chgData name="Varnit Jain" userId="S::varnit.jain@coforge.com::a38165c1-6b75-404c-9740-a2c212f67c09" providerId="AD" clId="Web-{8A015660-59A9-060D-68AA-85D37B342B09}" dt="2026-02-03T14:10:06.654" v="273"/>
          <ac:spMkLst>
            <pc:docMk/>
            <pc:sldMk cId="2084072273" sldId="263"/>
            <ac:spMk id="5" creationId="{83572CE5-E964-CAF8-D328-74551468BA77}"/>
          </ac:spMkLst>
        </pc:spChg>
        <pc:spChg chg="add mod">
          <ac:chgData name="Varnit Jain" userId="S::varnit.jain@coforge.com::a38165c1-6b75-404c-9740-a2c212f67c09" providerId="AD" clId="Web-{8A015660-59A9-060D-68AA-85D37B342B09}" dt="2026-02-04T07:21:08.086" v="421" actId="1076"/>
          <ac:spMkLst>
            <pc:docMk/>
            <pc:sldMk cId="2084072273" sldId="263"/>
            <ac:spMk id="7" creationId="{2724088F-6EF0-92FA-0339-15871491AD50}"/>
          </ac:spMkLst>
        </pc:spChg>
        <pc:spChg chg="add del">
          <ac:chgData name="Varnit Jain" userId="S::varnit.jain@coforge.com::a38165c1-6b75-404c-9740-a2c212f67c09" providerId="AD" clId="Web-{8A015660-59A9-060D-68AA-85D37B342B09}" dt="2026-02-03T13:28:30.593" v="156"/>
          <ac:spMkLst>
            <pc:docMk/>
            <pc:sldMk cId="2084072273" sldId="263"/>
            <ac:spMk id="9" creationId="{79BB35BC-D5C2-4C8B-A22A-A71E6191913B}"/>
          </ac:spMkLst>
        </pc:spChg>
        <pc:spChg chg="add">
          <ac:chgData name="Varnit Jain" userId="S::varnit.jain@coforge.com::a38165c1-6b75-404c-9740-a2c212f67c09" providerId="AD" clId="Web-{8A015660-59A9-060D-68AA-85D37B342B09}" dt="2026-02-03T13:28:30.608" v="157"/>
          <ac:spMkLst>
            <pc:docMk/>
            <pc:sldMk cId="2084072273" sldId="263"/>
            <ac:spMk id="11" creationId="{02F8C595-E68C-4306-AED8-DC7826A0A506}"/>
          </ac:spMkLst>
        </pc:spChg>
        <pc:spChg chg="add">
          <ac:chgData name="Varnit Jain" userId="S::varnit.jain@coforge.com::a38165c1-6b75-404c-9740-a2c212f67c09" providerId="AD" clId="Web-{8A015660-59A9-060D-68AA-85D37B342B09}" dt="2026-02-03T13:28:30.608" v="157"/>
          <ac:spMkLst>
            <pc:docMk/>
            <pc:sldMk cId="2084072273" sldId="263"/>
            <ac:spMk id="12" creationId="{B210AC1D-4063-4C6E-9528-FA9C4C0C18E6}"/>
          </ac:spMkLst>
        </pc:spChg>
        <pc:picChg chg="add mod modCrop">
          <ac:chgData name="Varnit Jain" userId="S::varnit.jain@coforge.com::a38165c1-6b75-404c-9740-a2c212f67c09" providerId="AD" clId="Web-{8A015660-59A9-060D-68AA-85D37B342B09}" dt="2026-02-04T08:14:34.756" v="438"/>
          <ac:picMkLst>
            <pc:docMk/>
            <pc:sldMk cId="2084072273" sldId="263"/>
            <ac:picMk id="4" creationId="{326D9E0C-6059-22F4-D830-FD7E1A454BEA}"/>
          </ac:picMkLst>
        </pc:picChg>
        <pc:picChg chg="add del mod">
          <ac:chgData name="Varnit Jain" userId="S::varnit.jain@coforge.com::a38165c1-6b75-404c-9740-a2c212f67c09" providerId="AD" clId="Web-{8A015660-59A9-060D-68AA-85D37B342B09}" dt="2026-02-03T16:27:52.624" v="313"/>
          <ac:picMkLst>
            <pc:docMk/>
            <pc:sldMk cId="2084072273" sldId="263"/>
            <ac:picMk id="4" creationId="{9EC23585-B4FB-1047-BDBA-AC73F2AB764F}"/>
          </ac:picMkLst>
        </pc:picChg>
        <pc:picChg chg="add del mod">
          <ac:chgData name="Varnit Jain" userId="S::varnit.jain@coforge.com::a38165c1-6b75-404c-9740-a2c212f67c09" providerId="AD" clId="Web-{8A015660-59A9-060D-68AA-85D37B342B09}" dt="2026-02-04T08:14:19.975" v="434"/>
          <ac:picMkLst>
            <pc:docMk/>
            <pc:sldMk cId="2084072273" sldId="263"/>
            <ac:picMk id="5" creationId="{87405CC1-8ABF-656E-1FC1-50F49A953688}"/>
          </ac:picMkLst>
        </pc:picChg>
      </pc:sldChg>
      <pc:sldChg chg="addSp modSp new mod setBg">
        <pc:chgData name="Varnit Jain" userId="S::varnit.jain@coforge.com::a38165c1-6b75-404c-9740-a2c212f67c09" providerId="AD" clId="Web-{8A015660-59A9-060D-68AA-85D37B342B09}" dt="2026-02-03T16:49:42.134" v="412" actId="1076"/>
        <pc:sldMkLst>
          <pc:docMk/>
          <pc:sldMk cId="3352963157" sldId="264"/>
        </pc:sldMkLst>
        <pc:spChg chg="mod">
          <ac:chgData name="Varnit Jain" userId="S::varnit.jain@coforge.com::a38165c1-6b75-404c-9740-a2c212f67c09" providerId="AD" clId="Web-{8A015660-59A9-060D-68AA-85D37B342B09}" dt="2026-02-03T16:34:36.972" v="341"/>
          <ac:spMkLst>
            <pc:docMk/>
            <pc:sldMk cId="3352963157" sldId="264"/>
            <ac:spMk id="2" creationId="{807872CD-048B-C86D-58B8-04260A74606B}"/>
          </ac:spMkLst>
        </pc:spChg>
        <pc:spChg chg="mod ord">
          <ac:chgData name="Varnit Jain" userId="S::varnit.jain@coforge.com::a38165c1-6b75-404c-9740-a2c212f67c09" providerId="AD" clId="Web-{8A015660-59A9-060D-68AA-85D37B342B09}" dt="2026-02-03T16:34:36.972" v="341"/>
          <ac:spMkLst>
            <pc:docMk/>
            <pc:sldMk cId="3352963157" sldId="264"/>
            <ac:spMk id="3" creationId="{77A2AB8F-1DB9-1B0E-BBCA-59D1347815E8}"/>
          </ac:spMkLst>
        </pc:spChg>
        <pc:spChg chg="add">
          <ac:chgData name="Varnit Jain" userId="S::varnit.jain@coforge.com::a38165c1-6b75-404c-9740-a2c212f67c09" providerId="AD" clId="Web-{8A015660-59A9-060D-68AA-85D37B342B09}" dt="2026-02-03T16:34:36.972" v="341"/>
          <ac:spMkLst>
            <pc:docMk/>
            <pc:sldMk cId="3352963157" sldId="264"/>
            <ac:spMk id="9" creationId="{E81BF4F6-F2CF-4984-9D14-D6966D92F99F}"/>
          </ac:spMkLst>
        </pc:spChg>
        <pc:picChg chg="add mod">
          <ac:chgData name="Varnit Jain" userId="S::varnit.jain@coforge.com::a38165c1-6b75-404c-9740-a2c212f67c09" providerId="AD" clId="Web-{8A015660-59A9-060D-68AA-85D37B342B09}" dt="2026-02-03T16:49:42.134" v="412" actId="1076"/>
          <ac:picMkLst>
            <pc:docMk/>
            <pc:sldMk cId="3352963157" sldId="264"/>
            <ac:picMk id="4" creationId="{5047DCA8-4329-47B0-7D0D-75C5994A5E13}"/>
          </ac:picMkLst>
        </pc:picChg>
      </pc:sldChg>
      <pc:sldChg chg="addSp delSp modSp new mod setBg">
        <pc:chgData name="Varnit Jain" userId="S::varnit.jain@coforge.com::a38165c1-6b75-404c-9740-a2c212f67c09" providerId="AD" clId="Web-{8A015660-59A9-060D-68AA-85D37B342B09}" dt="2026-02-03T16:42:25.740" v="394"/>
        <pc:sldMkLst>
          <pc:docMk/>
          <pc:sldMk cId="893209819" sldId="265"/>
        </pc:sldMkLst>
        <pc:spChg chg="del">
          <ac:chgData name="Varnit Jain" userId="S::varnit.jain@coforge.com::a38165c1-6b75-404c-9740-a2c212f67c09" providerId="AD" clId="Web-{8A015660-59A9-060D-68AA-85D37B342B09}" dt="2026-02-03T16:42:25.740" v="394"/>
          <ac:spMkLst>
            <pc:docMk/>
            <pc:sldMk cId="893209819" sldId="265"/>
            <ac:spMk id="2" creationId="{AE527BF0-D7C7-F924-F9D0-F1654309F257}"/>
          </ac:spMkLst>
        </pc:spChg>
        <pc:spChg chg="del">
          <ac:chgData name="Varnit Jain" userId="S::varnit.jain@coforge.com::a38165c1-6b75-404c-9740-a2c212f67c09" providerId="AD" clId="Web-{8A015660-59A9-060D-68AA-85D37B342B09}" dt="2026-02-03T16:42:21.881" v="393"/>
          <ac:spMkLst>
            <pc:docMk/>
            <pc:sldMk cId="893209819" sldId="265"/>
            <ac:spMk id="3" creationId="{1041F989-80C0-E041-953D-1A0B9A99F1EE}"/>
          </ac:spMkLst>
        </pc:spChg>
        <pc:picChg chg="add mod ord">
          <ac:chgData name="Varnit Jain" userId="S::varnit.jain@coforge.com::a38165c1-6b75-404c-9740-a2c212f67c09" providerId="AD" clId="Web-{8A015660-59A9-060D-68AA-85D37B342B09}" dt="2026-02-03T16:42:25.740" v="394"/>
          <ac:picMkLst>
            <pc:docMk/>
            <pc:sldMk cId="893209819" sldId="265"/>
            <ac:picMk id="4" creationId="{DD480062-A2E9-D122-3B2B-A375D44CB80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0501" y="2125345"/>
            <a:ext cx="4036333" cy="170984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GB" sz="4000" b="1"/>
          </a:p>
          <a:p>
            <a:r>
              <a:rPr lang="en-GB" sz="4000" b="1"/>
              <a:t>AI in SDLC</a:t>
            </a:r>
            <a:endParaRPr lang="en-US" sz="4000" b="1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diagram of software development&#10;&#10;AI-generated content may be incorrect.">
            <a:extLst>
              <a:ext uri="{FF2B5EF4-FFF2-40B4-BE49-F238E27FC236}">
                <a16:creationId xmlns:a16="http://schemas.microsoft.com/office/drawing/2014/main" id="{BCD7CFF0-7D60-02B2-6D82-EE61660F8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676544"/>
            <a:ext cx="5536001" cy="344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B7AD25-4F58-2A27-8BE6-B8B87807D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4200">
                <a:ea typeface="+mj-lt"/>
                <a:cs typeface="+mj-lt"/>
              </a:rPr>
              <a:t>Current Productivity Challenges in SDLC</a:t>
            </a:r>
            <a:endParaRPr lang="en-US" sz="4200">
              <a:ea typeface="+mj-lt"/>
              <a:cs typeface="+mj-lt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9E707-4F82-F710-482B-92324E178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21" y="2660904"/>
            <a:ext cx="6669460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000">
                <a:ea typeface="+mn-lt"/>
                <a:cs typeface="+mn-lt"/>
              </a:rPr>
              <a:t>Rewriting boilerplate code (CRUD, configs, DTOs)</a:t>
            </a:r>
            <a:endParaRPr lang="en-US" sz="2000"/>
          </a:p>
          <a:p>
            <a:r>
              <a:rPr lang="en-GB" sz="2000">
                <a:ea typeface="+mn-lt"/>
                <a:cs typeface="+mn-lt"/>
              </a:rPr>
              <a:t>Writing repetitive unit &amp; integration tests</a:t>
            </a:r>
          </a:p>
          <a:p>
            <a:r>
              <a:rPr lang="en-GB" sz="2000">
                <a:ea typeface="+mn-lt"/>
                <a:cs typeface="+mn-lt"/>
              </a:rPr>
              <a:t>Recreating documentation (Swagger, READMEs)</a:t>
            </a:r>
          </a:p>
          <a:p>
            <a:r>
              <a:rPr lang="en-GB" sz="2000">
                <a:ea typeface="+mn-lt"/>
                <a:cs typeface="+mn-lt"/>
              </a:rPr>
              <a:t>Understanding legacy code during changes</a:t>
            </a:r>
          </a:p>
          <a:p>
            <a:r>
              <a:rPr lang="en-GB" sz="2000">
                <a:ea typeface="+mn-lt"/>
                <a:cs typeface="+mn-lt"/>
              </a:rPr>
              <a:t>Inconsistent patterns across teams</a:t>
            </a:r>
          </a:p>
          <a:p>
            <a:r>
              <a:rPr lang="en-GB" sz="2000"/>
              <a:t>Knowledge Transfer</a:t>
            </a:r>
          </a:p>
        </p:txBody>
      </p:sp>
      <p:pic>
        <p:nvPicPr>
          <p:cNvPr id="6" name="Picture 5" descr="Navigating the Real-Time Challenges of Software Development Lifecycle (SDLC)">
            <a:extLst>
              <a:ext uri="{FF2B5EF4-FFF2-40B4-BE49-F238E27FC236}">
                <a16:creationId xmlns:a16="http://schemas.microsoft.com/office/drawing/2014/main" id="{4F4A5C04-096C-D848-8986-A197DBF4B0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96" r="19789" b="1181"/>
          <a:stretch>
            <a:fillRect/>
          </a:stretch>
        </p:blipFill>
        <p:spPr>
          <a:xfrm>
            <a:off x="7188660" y="1607070"/>
            <a:ext cx="3287102" cy="360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324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B473EF-D7A9-1F3A-F277-1E421A3BF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Coding Assistants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7408C-5314-6857-A309-FAA792ECF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802" y="106555"/>
            <a:ext cx="4911253" cy="66699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latin typeface="Arial"/>
                <a:cs typeface="Arial"/>
              </a:rPr>
              <a:t>1. Introduction </a:t>
            </a:r>
            <a:endParaRPr lang="en-US" sz="1600">
              <a:latin typeface="Arial"/>
              <a:cs typeface="Arial"/>
            </a:endParaRPr>
          </a:p>
          <a:p>
            <a:pPr marL="171450" indent="-171450"/>
            <a:r>
              <a:rPr lang="en-US" sz="1200">
                <a:latin typeface="Arial"/>
                <a:cs typeface="Segoe UI"/>
              </a:rPr>
              <a:t>AI Coding Assistants help developers write, review, and understand code faster.</a:t>
            </a:r>
            <a:endParaRPr lang="en-US" sz="1200">
              <a:latin typeface="Arial"/>
              <a:cs typeface="Arial"/>
            </a:endParaRPr>
          </a:p>
          <a:p>
            <a:r>
              <a:rPr lang="en-US" sz="1200">
                <a:latin typeface="Arial"/>
                <a:cs typeface="Segoe UI"/>
              </a:rPr>
              <a:t>They use large language models (LLMs) trained on programming languages and documentation.</a:t>
            </a:r>
            <a:endParaRPr lang="en-US" sz="1200">
              <a:latin typeface="Arial"/>
              <a:cs typeface="Arial"/>
            </a:endParaRPr>
          </a:p>
          <a:p>
            <a:r>
              <a:rPr lang="en-US" sz="1200">
                <a:latin typeface="Arial"/>
                <a:cs typeface="Segoe UI"/>
              </a:rPr>
              <a:t>Integrated into IDEs (VS Code, JetBrains, GitHub), they provide code suggestions, fix bugs, generate tests, and automate repetitive tasks.</a:t>
            </a:r>
            <a:endParaRPr lang="en-US" sz="1200">
              <a:latin typeface="Arial"/>
              <a:cs typeface="Arial"/>
            </a:endParaRPr>
          </a:p>
          <a:p>
            <a:pPr marL="0" indent="0">
              <a:buNone/>
            </a:pPr>
            <a:br>
              <a:rPr lang="en-US" sz="800"/>
            </a:br>
            <a:endParaRPr lang="en-US" sz="8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600" b="1">
                <a:latin typeface="Arial"/>
                <a:cs typeface="Arial"/>
              </a:rPr>
              <a:t>2. How AI Coding Assistants Work</a:t>
            </a:r>
            <a:endParaRPr lang="en-US" sz="1600">
              <a:latin typeface="Arial"/>
              <a:cs typeface="Arial"/>
            </a:endParaRPr>
          </a:p>
          <a:p>
            <a:r>
              <a:rPr lang="en-US" sz="1200" b="1">
                <a:latin typeface="Arial"/>
                <a:cs typeface="Segoe UI"/>
              </a:rPr>
              <a:t>Context Awareness:</a:t>
            </a:r>
            <a:r>
              <a:rPr lang="en-US" sz="1200">
                <a:latin typeface="Arial"/>
                <a:cs typeface="Segoe UI"/>
              </a:rPr>
              <a:t> Read surrounding code, files, and project structure.</a:t>
            </a:r>
            <a:endParaRPr lang="en-US" sz="1200">
              <a:latin typeface="Arial"/>
              <a:cs typeface="Arial"/>
            </a:endParaRPr>
          </a:p>
          <a:p>
            <a:r>
              <a:rPr lang="en-US" sz="1200" b="1">
                <a:latin typeface="Arial"/>
                <a:cs typeface="Segoe UI"/>
              </a:rPr>
              <a:t>LLM Reasoning:</a:t>
            </a:r>
            <a:r>
              <a:rPr lang="en-US" sz="1200">
                <a:latin typeface="Arial"/>
                <a:cs typeface="Segoe UI"/>
              </a:rPr>
              <a:t> Predict the next best code or action based on learned patterns.</a:t>
            </a:r>
            <a:endParaRPr lang="en-US" sz="1200">
              <a:latin typeface="Arial"/>
              <a:cs typeface="Arial"/>
            </a:endParaRPr>
          </a:p>
          <a:p>
            <a:r>
              <a:rPr lang="en-US" sz="1200" b="1">
                <a:latin typeface="Arial"/>
                <a:cs typeface="Segoe UI"/>
              </a:rPr>
              <a:t>Natural Language Understanding:</a:t>
            </a:r>
            <a:r>
              <a:rPr lang="en-US" sz="1200">
                <a:latin typeface="Arial"/>
                <a:cs typeface="Segoe UI"/>
              </a:rPr>
              <a:t> Convert developer instructions into code or actions.</a:t>
            </a:r>
            <a:endParaRPr lang="en-US" sz="1200">
              <a:latin typeface="Arial"/>
              <a:cs typeface="Arial"/>
            </a:endParaRPr>
          </a:p>
          <a:p>
            <a:r>
              <a:rPr lang="en-US" sz="1200" b="1">
                <a:latin typeface="Arial"/>
                <a:cs typeface="Segoe UI"/>
              </a:rPr>
              <a:t>Tool/IDE Integration:</a:t>
            </a:r>
            <a:r>
              <a:rPr lang="en-US" sz="1200">
                <a:latin typeface="Arial"/>
                <a:cs typeface="Segoe UI"/>
              </a:rPr>
              <a:t> Provide inline suggestions, refactoring, documentation, and multi-step workflows.</a:t>
            </a:r>
          </a:p>
          <a:p>
            <a:pPr marL="0" indent="0">
              <a:buNone/>
            </a:pPr>
            <a:br>
              <a:rPr lang="en-US" sz="800"/>
            </a:br>
            <a:endParaRPr lang="en-US" sz="8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600" b="1">
                <a:latin typeface="Arial"/>
                <a:cs typeface="Arial"/>
              </a:rPr>
              <a:t>3. Available AI Models</a:t>
            </a:r>
            <a:endParaRPr lang="en-US" sz="1600">
              <a:latin typeface="Arial"/>
              <a:cs typeface="Arial"/>
            </a:endParaRPr>
          </a:p>
          <a:p>
            <a:r>
              <a:rPr lang="en-US" sz="1200" b="1">
                <a:latin typeface="Arial"/>
                <a:cs typeface="Segoe UI"/>
              </a:rPr>
              <a:t>LLMs:</a:t>
            </a:r>
            <a:r>
              <a:rPr lang="en-US" sz="1200">
                <a:latin typeface="Arial"/>
                <a:cs typeface="Segoe UI"/>
              </a:rPr>
              <a:t> GPT, Claude, Gemini etc..</a:t>
            </a:r>
            <a:endParaRPr lang="en-US" sz="1200">
              <a:latin typeface="Arial"/>
              <a:cs typeface="Arial"/>
            </a:endParaRPr>
          </a:p>
          <a:p>
            <a:endParaRPr lang="en-US" sz="1200">
              <a:latin typeface="Arial"/>
              <a:cs typeface="Segoe UI"/>
            </a:endParaRPr>
          </a:p>
          <a:p>
            <a:endParaRPr lang="en-US" sz="1200">
              <a:latin typeface="Arial"/>
              <a:cs typeface="Arial"/>
            </a:endParaRPr>
          </a:p>
        </p:txBody>
      </p:sp>
      <p:pic>
        <p:nvPicPr>
          <p:cNvPr id="4" name="Picture 3" descr="[asset] How-an-AI-Assistant-Works">
            <a:extLst>
              <a:ext uri="{FF2B5EF4-FFF2-40B4-BE49-F238E27FC236}">
                <a16:creationId xmlns:a16="http://schemas.microsoft.com/office/drawing/2014/main" id="{71B22536-F742-27DA-C3BF-1291F879F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5777" y="1920834"/>
            <a:ext cx="2939501" cy="243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327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DC1206-C8A7-B188-877B-DFCEED2D5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449588" cy="1708244"/>
          </a:xfrm>
        </p:spPr>
        <p:txBody>
          <a:bodyPr anchor="ctr">
            <a:normAutofit/>
          </a:bodyPr>
          <a:lstStyle/>
          <a:p>
            <a:r>
              <a:rPr lang="en-US" sz="2800">
                <a:latin typeface="Segoe UI"/>
                <a:cs typeface="Segoe UI"/>
              </a:rPr>
              <a:t>What AI assistants can help with?</a:t>
            </a:r>
          </a:p>
        </p:txBody>
      </p:sp>
      <p:pic>
        <p:nvPicPr>
          <p:cNvPr id="5" name="Picture 4" descr="Do coding assistants save time and ...">
            <a:extLst>
              <a:ext uri="{FF2B5EF4-FFF2-40B4-BE49-F238E27FC236}">
                <a16:creationId xmlns:a16="http://schemas.microsoft.com/office/drawing/2014/main" id="{06F5480A-09BD-5B6B-FA34-902F95C272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11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FF1E6-F709-B2E7-122D-45550A136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7332" y="2216245"/>
            <a:ext cx="4781742" cy="376983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endParaRPr lang="en-US" sz="1000"/>
          </a:p>
          <a:p>
            <a:r>
              <a:rPr lang="en-US" sz="1000" b="1">
                <a:latin typeface="Segoe UI"/>
                <a:cs typeface="Segoe UI"/>
              </a:rPr>
              <a:t>Code Generation &amp; Scaffolding</a:t>
            </a:r>
            <a:br>
              <a:rPr lang="en-US" sz="1000" b="1">
                <a:latin typeface="Segoe UI"/>
                <a:cs typeface="Segoe UI"/>
              </a:rPr>
            </a:br>
            <a:r>
              <a:rPr lang="en-US" sz="1000">
                <a:latin typeface="Segoe UI"/>
                <a:cs typeface="Segoe UI"/>
              </a:rPr>
              <a:t> Create boilerplate, APIs, services, CLIs, configs, and infra templates.</a:t>
            </a:r>
            <a:endParaRPr lang="en-US" sz="1000"/>
          </a:p>
          <a:p>
            <a:r>
              <a:rPr lang="en-US" sz="1000" b="1">
                <a:latin typeface="Segoe UI"/>
                <a:cs typeface="Segoe UI"/>
              </a:rPr>
              <a:t>Refactoring &amp; Code Quality</a:t>
            </a:r>
            <a:br>
              <a:rPr lang="en-US" sz="1000">
                <a:latin typeface="Segoe UI"/>
                <a:cs typeface="Segoe UI"/>
              </a:rPr>
            </a:br>
            <a:r>
              <a:rPr lang="en-US" sz="1000">
                <a:latin typeface="Segoe UI"/>
                <a:cs typeface="Segoe UI"/>
              </a:rPr>
              <a:t> Improve readability, modularize, enforce patterns, suggest best practices.</a:t>
            </a:r>
            <a:endParaRPr lang="en-US" sz="1000"/>
          </a:p>
          <a:p>
            <a:r>
              <a:rPr lang="en-US" sz="1000" b="1">
                <a:latin typeface="Segoe UI"/>
                <a:cs typeface="Segoe UI"/>
              </a:rPr>
              <a:t>Bug Detection &amp; Fixes</a:t>
            </a:r>
            <a:br>
              <a:rPr lang="en-US" sz="1000">
                <a:latin typeface="Segoe UI"/>
                <a:cs typeface="Segoe UI"/>
              </a:rPr>
            </a:br>
            <a:r>
              <a:rPr lang="en-US" sz="1000">
                <a:latin typeface="Segoe UI"/>
                <a:cs typeface="Segoe UI"/>
              </a:rPr>
              <a:t> Identify defects, propose patches, explain root causes.</a:t>
            </a:r>
            <a:endParaRPr lang="en-US" sz="1000"/>
          </a:p>
          <a:p>
            <a:r>
              <a:rPr lang="en-US" sz="1000" b="1">
                <a:latin typeface="Segoe UI"/>
                <a:cs typeface="Segoe UI"/>
              </a:rPr>
              <a:t>Test Authoring</a:t>
            </a:r>
            <a:br>
              <a:rPr lang="en-US" sz="1000">
                <a:latin typeface="Segoe UI"/>
                <a:cs typeface="Segoe UI"/>
              </a:rPr>
            </a:br>
            <a:r>
              <a:rPr lang="en-US" sz="1000">
                <a:latin typeface="Segoe UI"/>
                <a:cs typeface="Segoe UI"/>
              </a:rPr>
              <a:t> Unit/integration/e2e test generation; edge cases; test data synthesis.</a:t>
            </a:r>
            <a:endParaRPr lang="en-US" sz="1000"/>
          </a:p>
          <a:p>
            <a:r>
              <a:rPr lang="en-US" sz="1000" b="1">
                <a:latin typeface="Segoe UI"/>
                <a:cs typeface="Segoe UI"/>
              </a:rPr>
              <a:t>Docs &amp; Developer Experience</a:t>
            </a:r>
            <a:br>
              <a:rPr lang="en-US" sz="1000">
                <a:latin typeface="Segoe UI"/>
                <a:cs typeface="Segoe UI"/>
              </a:rPr>
            </a:br>
            <a:r>
              <a:rPr lang="en-US" sz="1000">
                <a:latin typeface="Segoe UI"/>
                <a:cs typeface="Segoe UI"/>
              </a:rPr>
              <a:t> Generate READMEs, inline docs, ADRs, changelogs, release notes.</a:t>
            </a:r>
            <a:endParaRPr lang="en-US" sz="1000"/>
          </a:p>
          <a:p>
            <a:r>
              <a:rPr lang="en-US" sz="1000" b="1">
                <a:latin typeface="Segoe UI"/>
                <a:cs typeface="Segoe UI"/>
              </a:rPr>
              <a:t>API/DB Integration</a:t>
            </a:r>
            <a:br>
              <a:rPr lang="en-US" sz="1000">
                <a:latin typeface="Segoe UI"/>
                <a:cs typeface="Segoe UI"/>
              </a:rPr>
            </a:br>
            <a:r>
              <a:rPr lang="en-US" sz="1000">
                <a:latin typeface="Segoe UI"/>
                <a:cs typeface="Segoe UI"/>
              </a:rPr>
              <a:t> Client code, schema migrations, query optimization, contract tests.</a:t>
            </a:r>
            <a:endParaRPr lang="en-US" sz="1000"/>
          </a:p>
          <a:p>
            <a:r>
              <a:rPr lang="en-US" sz="1000" b="1">
                <a:latin typeface="Segoe UI"/>
                <a:cs typeface="Segoe UI"/>
              </a:rPr>
              <a:t>Reviews &amp; Governance</a:t>
            </a:r>
            <a:br>
              <a:rPr lang="en-US" sz="1000">
                <a:latin typeface="Segoe UI"/>
                <a:cs typeface="Segoe UI"/>
              </a:rPr>
            </a:br>
            <a:r>
              <a:rPr lang="en-US" sz="1000">
                <a:latin typeface="Segoe UI"/>
                <a:cs typeface="Segoe UI"/>
              </a:rPr>
              <a:t> PR summaries, lint fixes, compliance hints, security checks.</a:t>
            </a:r>
            <a:endParaRPr lang="en-US" sz="1000"/>
          </a:p>
          <a:p>
            <a:r>
              <a:rPr lang="en-US" sz="1000" b="1">
                <a:latin typeface="Segoe UI"/>
                <a:cs typeface="Segoe UI"/>
              </a:rPr>
              <a:t>Agentic Workflows</a:t>
            </a:r>
            <a:br>
              <a:rPr lang="en-US" sz="1000">
                <a:latin typeface="Segoe UI"/>
                <a:cs typeface="Segoe UI"/>
              </a:rPr>
            </a:br>
            <a:r>
              <a:rPr lang="en-US" sz="1000">
                <a:latin typeface="Segoe UI"/>
                <a:cs typeface="Segoe UI"/>
              </a:rPr>
              <a:t> Plan multi‑step tasks, call tools (linters, test runners), create/edit files.</a:t>
            </a:r>
            <a:endParaRPr lang="en-US" sz="1000"/>
          </a:p>
          <a:p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050817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CE1F2-6FA9-863E-0DCE-887C1BBA0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0" y="1"/>
            <a:ext cx="10941940" cy="1708244"/>
          </a:xfrm>
        </p:spPr>
        <p:txBody>
          <a:bodyPr anchor="ctr">
            <a:normAutofit/>
          </a:bodyPr>
          <a:lstStyle/>
          <a:p>
            <a:r>
              <a:rPr lang="en-US" sz="4000"/>
              <a:t>Prompting &amp; Reusable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A787C-EDCA-C171-9C67-086F718B5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408" y="1208897"/>
            <a:ext cx="4156512" cy="3769835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br>
              <a:rPr lang="en-US" sz="500"/>
            </a:br>
            <a:endParaRPr lang="en-US" sz="1000"/>
          </a:p>
          <a:p>
            <a:pPr marL="0" indent="0">
              <a:buNone/>
            </a:pPr>
            <a:r>
              <a:rPr lang="en-US" sz="1400" b="1"/>
              <a:t>How to Write Effective Prompts</a:t>
            </a:r>
            <a:endParaRPr lang="en-US" sz="1400"/>
          </a:p>
          <a:p>
            <a:r>
              <a:rPr lang="en-US" sz="1000" b="1">
                <a:latin typeface="Segoe UI"/>
                <a:cs typeface="Segoe UI"/>
              </a:rPr>
              <a:t>State the Role &amp; Goal Clearly</a:t>
            </a:r>
            <a:br>
              <a:rPr lang="en-US" sz="1000" b="1">
                <a:latin typeface="Segoe UI"/>
                <a:cs typeface="Segoe UI"/>
              </a:rPr>
            </a:br>
            <a:r>
              <a:rPr lang="en-US" sz="1000" b="1">
                <a:latin typeface="Segoe UI"/>
                <a:cs typeface="Segoe UI"/>
              </a:rPr>
              <a:t> </a:t>
            </a:r>
            <a:r>
              <a:rPr lang="en-US" sz="1000" i="1">
                <a:latin typeface="Segoe UI"/>
                <a:cs typeface="Segoe UI"/>
              </a:rPr>
              <a:t>“You are a senior backend engineer. Build a REST endpoint for X.”</a:t>
            </a:r>
            <a:endParaRPr lang="en-US" sz="1000">
              <a:latin typeface="Segoe UI"/>
              <a:cs typeface="Segoe UI"/>
            </a:endParaRPr>
          </a:p>
          <a:p>
            <a:r>
              <a:rPr lang="en-US" sz="1000" b="1">
                <a:latin typeface="Segoe UI"/>
                <a:cs typeface="Segoe UI"/>
              </a:rPr>
              <a:t>Provide Context</a:t>
            </a:r>
            <a:br>
              <a:rPr lang="en-US" sz="1000" b="1">
                <a:latin typeface="Segoe UI"/>
                <a:cs typeface="Segoe UI"/>
              </a:rPr>
            </a:br>
            <a:r>
              <a:rPr lang="en-US" sz="1000" b="1">
                <a:latin typeface="Segoe UI"/>
                <a:cs typeface="Segoe UI"/>
              </a:rPr>
              <a:t> Include stack, versions, file paths, domain rules, sample data.</a:t>
            </a:r>
            <a:endParaRPr lang="en-US" sz="1000">
              <a:latin typeface="Segoe UI"/>
              <a:cs typeface="Segoe UI"/>
            </a:endParaRPr>
          </a:p>
          <a:p>
            <a:r>
              <a:rPr lang="en-US" sz="1000" b="1">
                <a:latin typeface="Segoe UI"/>
                <a:cs typeface="Segoe UI"/>
              </a:rPr>
              <a:t>Constrain the Output</a:t>
            </a:r>
            <a:br>
              <a:rPr lang="en-US" sz="1000" b="1">
                <a:latin typeface="Segoe UI"/>
                <a:cs typeface="Segoe UI"/>
              </a:rPr>
            </a:br>
            <a:r>
              <a:rPr lang="en-US" sz="1000" b="1">
                <a:latin typeface="Segoe UI"/>
                <a:cs typeface="Segoe UI"/>
              </a:rPr>
              <a:t> Languages, frameworks, patterns, performance/SLA, security constraints.</a:t>
            </a:r>
            <a:endParaRPr lang="en-US" sz="1000">
              <a:latin typeface="Segoe UI"/>
              <a:cs typeface="Segoe UI"/>
            </a:endParaRPr>
          </a:p>
          <a:p>
            <a:r>
              <a:rPr lang="en-US" sz="1000" b="1">
                <a:latin typeface="Segoe UI"/>
                <a:cs typeface="Segoe UI"/>
              </a:rPr>
              <a:t>Define the Format</a:t>
            </a:r>
            <a:br>
              <a:rPr lang="en-US" sz="1000" b="1">
                <a:latin typeface="Segoe UI"/>
                <a:cs typeface="Segoe UI"/>
              </a:rPr>
            </a:br>
            <a:r>
              <a:rPr lang="en-US" sz="1000" b="1">
                <a:latin typeface="Segoe UI"/>
                <a:cs typeface="Segoe UI"/>
              </a:rPr>
              <a:t> </a:t>
            </a:r>
            <a:r>
              <a:rPr lang="en-US" sz="1000" i="1">
                <a:latin typeface="Segoe UI"/>
                <a:cs typeface="Segoe UI"/>
              </a:rPr>
              <a:t>“Return: (1) plan, (2) code blocks per file, (3) test cases, (4) next steps.”</a:t>
            </a:r>
            <a:endParaRPr lang="en-US" sz="1000">
              <a:latin typeface="Segoe UI"/>
              <a:cs typeface="Segoe UI"/>
            </a:endParaRPr>
          </a:p>
          <a:p>
            <a:r>
              <a:rPr lang="en-US" sz="1000" b="1">
                <a:latin typeface="Segoe UI"/>
                <a:cs typeface="Segoe UI"/>
              </a:rPr>
              <a:t>Give Examples &amp; Edge Cases</a:t>
            </a:r>
            <a:br>
              <a:rPr lang="en-US" sz="1000" b="1">
                <a:latin typeface="Segoe UI"/>
                <a:cs typeface="Segoe UI"/>
              </a:rPr>
            </a:br>
            <a:r>
              <a:rPr lang="en-US" sz="1000" b="1">
                <a:latin typeface="Segoe UI"/>
                <a:cs typeface="Segoe UI"/>
              </a:rPr>
              <a:t> Provide 1–2 examples; list known pitfalls.</a:t>
            </a:r>
            <a:endParaRPr lang="en-US" sz="1000">
              <a:latin typeface="Segoe UI"/>
              <a:cs typeface="Segoe UI"/>
            </a:endParaRPr>
          </a:p>
          <a:p>
            <a:r>
              <a:rPr lang="en-US" sz="1000" b="1">
                <a:latin typeface="Segoe UI"/>
                <a:cs typeface="Segoe UI"/>
              </a:rPr>
              <a:t>Ask for Validation Steps</a:t>
            </a:r>
            <a:br>
              <a:rPr lang="en-US" sz="1000" b="1">
                <a:latin typeface="Segoe UI"/>
                <a:cs typeface="Segoe UI"/>
              </a:rPr>
            </a:br>
            <a:r>
              <a:rPr lang="en-US" sz="1000" b="1">
                <a:latin typeface="Segoe UI"/>
                <a:cs typeface="Segoe UI"/>
              </a:rPr>
              <a:t> Request commands, tests, and acceptance criteria to verify results.</a:t>
            </a:r>
            <a:endParaRPr lang="en-US" sz="1000">
              <a:latin typeface="Segoe UI"/>
              <a:cs typeface="Segoe UI"/>
            </a:endParaRPr>
          </a:p>
          <a:p>
            <a:r>
              <a:rPr lang="en-US" sz="1000" b="1">
                <a:latin typeface="Segoe UI"/>
                <a:cs typeface="Segoe UI"/>
              </a:rPr>
              <a:t>Iterate Briefly</a:t>
            </a:r>
            <a:br>
              <a:rPr lang="en-US" sz="1000" b="1">
                <a:latin typeface="Segoe UI"/>
                <a:cs typeface="Segoe UI"/>
              </a:rPr>
            </a:br>
            <a:r>
              <a:rPr lang="en-US" sz="1000" b="1">
                <a:latin typeface="Segoe UI"/>
                <a:cs typeface="Segoe UI"/>
              </a:rPr>
              <a:t> Use short follow‑ups: </a:t>
            </a:r>
            <a:r>
              <a:rPr lang="en-US" sz="1000" i="1">
                <a:latin typeface="Segoe UI"/>
                <a:cs typeface="Segoe UI"/>
              </a:rPr>
              <a:t>“Refactor for DI and add pagination.”</a:t>
            </a:r>
            <a:endParaRPr lang="en-US" sz="1000">
              <a:latin typeface="Segoe UI"/>
              <a:cs typeface="Segoe UI"/>
            </a:endParaRPr>
          </a:p>
          <a:p>
            <a:endParaRPr lang="en-US" sz="1000">
              <a:latin typeface="Segoe UI"/>
              <a:cs typeface="Segoe UI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24088F-6EF0-92FA-0339-15871491AD50}"/>
              </a:ext>
            </a:extLst>
          </p:cNvPr>
          <p:cNvSpPr txBox="1">
            <a:spLocks/>
          </p:cNvSpPr>
          <p:nvPr/>
        </p:nvSpPr>
        <p:spPr>
          <a:xfrm>
            <a:off x="5669619" y="1150559"/>
            <a:ext cx="4156512" cy="37698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/>
              <a:t>Reusable Prompt Templates</a:t>
            </a:r>
            <a:r>
              <a:rPr lang="en-US" sz="1400"/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>
              <a:latin typeface="Aptos" panose="020B0004020202020204"/>
              <a:cs typeface="Segoe U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Arial"/>
            </a:pPr>
            <a:r>
              <a:rPr lang="en-US" sz="1000" b="1">
                <a:latin typeface="Segoe UI"/>
                <a:cs typeface="Segoe UI"/>
              </a:rPr>
              <a:t>Central Templates (Org‑wide)</a:t>
            </a:r>
            <a:r>
              <a:rPr lang="en-US" sz="1000">
                <a:latin typeface="Segoe UI"/>
                <a:cs typeface="Segoe UI"/>
              </a:rPr>
              <a:t> 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Arial"/>
            </a:pPr>
            <a:r>
              <a:rPr lang="en-US" sz="1000" b="1">
                <a:latin typeface="Segoe UI"/>
                <a:cs typeface="Segoe UI"/>
              </a:rPr>
              <a:t>Purpose:</a:t>
            </a:r>
            <a:r>
              <a:rPr lang="en-US" sz="1000">
                <a:latin typeface="Segoe UI"/>
                <a:cs typeface="Segoe UI"/>
              </a:rPr>
              <a:t> Consistency, governance, reuse across teams.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Arial"/>
            </a:pPr>
            <a:endParaRPr lang="en-US" sz="10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Arial"/>
            </a:pPr>
            <a:r>
              <a:rPr lang="en-US" sz="1000" b="1">
                <a:latin typeface="Segoe UI"/>
                <a:cs typeface="Segoe UI"/>
              </a:rPr>
              <a:t>Local Templates (Team/Project) 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Arial"/>
            </a:pPr>
            <a:r>
              <a:rPr lang="en-US" sz="1000" b="1">
                <a:latin typeface="Segoe UI"/>
                <a:cs typeface="Segoe UI"/>
              </a:rPr>
              <a:t>Purpose:</a:t>
            </a:r>
            <a:r>
              <a:rPr lang="en-US" sz="1000">
                <a:latin typeface="Segoe UI"/>
                <a:cs typeface="Segoe UI"/>
              </a:rPr>
              <a:t> Adapt to domain specifics and codebase conventions. </a:t>
            </a:r>
          </a:p>
          <a:p>
            <a:pPr marL="0" indent="0">
              <a:buNone/>
            </a:pPr>
            <a:endParaRPr lang="en-US" sz="500">
              <a:latin typeface="Aptos"/>
              <a:cs typeface="Segoe UI"/>
            </a:endParaRPr>
          </a:p>
        </p:txBody>
      </p:sp>
      <p:pic>
        <p:nvPicPr>
          <p:cNvPr id="4" name="Picture 3" descr="A poster of a person and person using laptops&#10;&#10;AI-generated content may be incorrect.">
            <a:extLst>
              <a:ext uri="{FF2B5EF4-FFF2-40B4-BE49-F238E27FC236}">
                <a16:creationId xmlns:a16="http://schemas.microsoft.com/office/drawing/2014/main" id="{326D9E0C-6059-22F4-D830-FD7E1A454B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921" t="-5667" r="3647" b="5936"/>
          <a:stretch>
            <a:fillRect/>
          </a:stretch>
        </p:blipFill>
        <p:spPr>
          <a:xfrm>
            <a:off x="5570294" y="2830635"/>
            <a:ext cx="3581665" cy="360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072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380997" y="381001"/>
            <a:ext cx="6858001" cy="6095995"/>
          </a:xfrm>
          <a:prstGeom prst="rect">
            <a:avLst/>
          </a:prstGeom>
          <a:ln>
            <a:noFill/>
          </a:ln>
          <a:effectLst>
            <a:outerShdw blurRad="381000" dist="101600" sx="99000" sy="99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872CD-048B-C86D-58B8-04260A74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413" y="4544704"/>
            <a:ext cx="4792635" cy="1811645"/>
          </a:xfrm>
        </p:spPr>
        <p:txBody>
          <a:bodyPr anchor="ctr">
            <a:normAutofit/>
          </a:bodyPr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4000" b="1">
                <a:latin typeface="Aptos"/>
              </a:rPr>
              <a:t>Key Considerations &amp; Best Practices</a:t>
            </a:r>
            <a:endParaRPr lang="en-US" sz="4000">
              <a:latin typeface="Aptos"/>
            </a:endParaRPr>
          </a:p>
        </p:txBody>
      </p:sp>
      <p:pic>
        <p:nvPicPr>
          <p:cNvPr id="4" name="Picture 3" descr="Best Practices for Using AI in Code Generation">
            <a:extLst>
              <a:ext uri="{FF2B5EF4-FFF2-40B4-BE49-F238E27FC236}">
                <a16:creationId xmlns:a16="http://schemas.microsoft.com/office/drawing/2014/main" id="{5047DCA8-4329-47B0-7D0D-75C5994A5E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24" b="1377"/>
          <a:stretch>
            <a:fillRect/>
          </a:stretch>
        </p:blipFill>
        <p:spPr>
          <a:xfrm>
            <a:off x="-1" y="10"/>
            <a:ext cx="6096001" cy="41147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2AB8F-1DB9-1B0E-BBCA-59D134781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10" y="691912"/>
            <a:ext cx="4585646" cy="547417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800" b="1">
                <a:latin typeface="Segoe UI"/>
                <a:cs typeface="Segoe UI"/>
              </a:rPr>
              <a:t>Give one task at a time</a:t>
            </a:r>
            <a:br>
              <a:rPr lang="en-US" sz="800" b="1">
                <a:latin typeface="Segoe UI"/>
                <a:cs typeface="Segoe UI"/>
              </a:rPr>
            </a:br>
            <a:r>
              <a:rPr lang="en-US" sz="800" b="1">
                <a:latin typeface="Segoe UI"/>
                <a:cs typeface="Segoe UI"/>
              </a:rPr>
              <a:t> Avoid long, multi‑objective prompts—LLMs perform best with focused instructions.</a:t>
            </a:r>
            <a:endParaRPr lang="en-US" sz="800"/>
          </a:p>
          <a:p>
            <a:r>
              <a:rPr lang="en-US" sz="800" b="1">
                <a:latin typeface="Segoe UI"/>
                <a:cs typeface="Segoe UI"/>
              </a:rPr>
              <a:t>Always review the generated code</a:t>
            </a:r>
            <a:br>
              <a:rPr lang="en-US" sz="800" b="1">
                <a:latin typeface="Segoe UI"/>
                <a:cs typeface="Segoe UI"/>
              </a:rPr>
            </a:br>
            <a:r>
              <a:rPr lang="en-US" sz="800" b="1">
                <a:latin typeface="Segoe UI"/>
                <a:cs typeface="Segoe UI"/>
              </a:rPr>
              <a:t> Treat AI output as a draft; validate logic, patterns, and security implications.</a:t>
            </a:r>
            <a:endParaRPr lang="en-US" sz="800"/>
          </a:p>
          <a:p>
            <a:r>
              <a:rPr lang="en-US" sz="800" b="1">
                <a:latin typeface="Segoe UI"/>
                <a:cs typeface="Segoe UI"/>
              </a:rPr>
              <a:t>Always test the output</a:t>
            </a:r>
            <a:br>
              <a:rPr lang="en-US" sz="800" b="1">
                <a:latin typeface="Segoe UI"/>
                <a:cs typeface="Segoe UI"/>
              </a:rPr>
            </a:br>
            <a:r>
              <a:rPr lang="en-US" sz="800" b="1">
                <a:latin typeface="Segoe UI"/>
                <a:cs typeface="Segoe UI"/>
              </a:rPr>
              <a:t> Run unit/integration tests, validate edge cases, and check regressions.</a:t>
            </a:r>
            <a:endParaRPr lang="en-US" sz="800"/>
          </a:p>
          <a:p>
            <a:r>
              <a:rPr lang="en-US" sz="800" b="1">
                <a:latin typeface="Segoe UI"/>
                <a:cs typeface="Segoe UI"/>
              </a:rPr>
              <a:t>Do not trust blindly</a:t>
            </a:r>
            <a:br>
              <a:rPr lang="en-US" sz="800" b="1">
                <a:latin typeface="Segoe UI"/>
                <a:cs typeface="Segoe UI"/>
              </a:rPr>
            </a:br>
            <a:r>
              <a:rPr lang="en-US" sz="800" b="1">
                <a:latin typeface="Segoe UI"/>
                <a:cs typeface="Segoe UI"/>
              </a:rPr>
              <a:t> AI can hallucinate APIs, libraries, or logic—verify dependencies and assumptions.</a:t>
            </a:r>
            <a:endParaRPr lang="en-US" sz="800"/>
          </a:p>
          <a:p>
            <a:r>
              <a:rPr lang="en-US" sz="800" b="1">
                <a:latin typeface="Segoe UI"/>
                <a:cs typeface="Segoe UI"/>
              </a:rPr>
              <a:t>Provide clear context</a:t>
            </a:r>
            <a:br>
              <a:rPr lang="en-US" sz="800" b="1">
                <a:latin typeface="Segoe UI"/>
                <a:cs typeface="Segoe UI"/>
              </a:rPr>
            </a:br>
            <a:r>
              <a:rPr lang="en-US" sz="800" b="1">
                <a:latin typeface="Segoe UI"/>
                <a:cs typeface="Segoe UI"/>
              </a:rPr>
              <a:t> Add filenames, code snippets, architecture, constraints, and expectations for higher accuracy.</a:t>
            </a:r>
            <a:endParaRPr lang="en-US" sz="800"/>
          </a:p>
          <a:p>
            <a:r>
              <a:rPr lang="en-US" sz="800" b="1">
                <a:latin typeface="Segoe UI"/>
                <a:cs typeface="Segoe UI"/>
              </a:rPr>
              <a:t>Use prompt best practices</a:t>
            </a:r>
            <a:br>
              <a:rPr lang="en-US" sz="800" b="1">
                <a:latin typeface="Segoe UI"/>
                <a:cs typeface="Segoe UI"/>
              </a:rPr>
            </a:br>
            <a:r>
              <a:rPr lang="en-US" sz="800" b="1">
                <a:latin typeface="Segoe UI"/>
                <a:cs typeface="Segoe UI"/>
              </a:rPr>
              <a:t> Specify role, task, constraints, coding style, and output format.</a:t>
            </a:r>
            <a:endParaRPr lang="en-US" sz="800"/>
          </a:p>
          <a:p>
            <a:r>
              <a:rPr lang="en-US" sz="800" b="1">
                <a:latin typeface="Segoe UI"/>
                <a:cs typeface="Segoe UI"/>
              </a:rPr>
              <a:t>Break down complex tasks</a:t>
            </a:r>
            <a:br>
              <a:rPr lang="en-US" sz="800" b="1">
                <a:latin typeface="Segoe UI"/>
                <a:cs typeface="Segoe UI"/>
              </a:rPr>
            </a:br>
            <a:r>
              <a:rPr lang="en-US" sz="800" b="1">
                <a:latin typeface="Segoe UI"/>
                <a:cs typeface="Segoe UI"/>
              </a:rPr>
              <a:t> Use step‑by‑step instructions or ask for a plan before generating code.</a:t>
            </a:r>
            <a:endParaRPr lang="en-US" sz="800"/>
          </a:p>
          <a:p>
            <a:r>
              <a:rPr lang="en-US" sz="800" b="1">
                <a:latin typeface="Segoe UI"/>
                <a:cs typeface="Segoe UI"/>
              </a:rPr>
              <a:t>Use reusable prompt templates</a:t>
            </a:r>
            <a:br>
              <a:rPr lang="en-US" sz="800" b="1">
                <a:latin typeface="Segoe UI"/>
                <a:cs typeface="Segoe UI"/>
              </a:rPr>
            </a:br>
            <a:r>
              <a:rPr lang="en-US" sz="800" b="1">
                <a:latin typeface="Segoe UI"/>
                <a:cs typeface="Segoe UI"/>
              </a:rPr>
              <a:t> Maintain consistency across teams (central) and projects (local).</a:t>
            </a:r>
            <a:endParaRPr lang="en-US" sz="800"/>
          </a:p>
          <a:p>
            <a:r>
              <a:rPr lang="en-US" sz="800" b="1">
                <a:latin typeface="Segoe UI"/>
                <a:cs typeface="Segoe UI"/>
              </a:rPr>
              <a:t>Enforce security &amp; compliance checks</a:t>
            </a:r>
            <a:br>
              <a:rPr lang="en-US" sz="800" b="1">
                <a:latin typeface="Segoe UI"/>
                <a:cs typeface="Segoe UI"/>
              </a:rPr>
            </a:br>
            <a:r>
              <a:rPr lang="en-US" sz="800" b="1">
                <a:latin typeface="Segoe UI"/>
                <a:cs typeface="Segoe UI"/>
              </a:rPr>
              <a:t> Watch for secrets, incorrect crypto use, unsafe patterns, and potential vulnerabilities.</a:t>
            </a:r>
            <a:endParaRPr lang="en-US" sz="800"/>
          </a:p>
          <a:p>
            <a:r>
              <a:rPr lang="en-US" sz="800" b="1">
                <a:latin typeface="Segoe UI"/>
                <a:cs typeface="Segoe UI"/>
              </a:rPr>
              <a:t>Stay within known tech stack</a:t>
            </a:r>
            <a:br>
              <a:rPr lang="en-US" sz="800" b="1">
                <a:latin typeface="Segoe UI"/>
                <a:cs typeface="Segoe UI"/>
              </a:rPr>
            </a:br>
            <a:r>
              <a:rPr lang="en-US" sz="800" b="1">
                <a:latin typeface="Segoe UI"/>
                <a:cs typeface="Segoe UI"/>
              </a:rPr>
              <a:t> Remind the assistant of versions, frameworks, coding guidelines.</a:t>
            </a:r>
            <a:endParaRPr lang="en-US" sz="800"/>
          </a:p>
          <a:p>
            <a:r>
              <a:rPr lang="en-US" sz="800" b="1">
                <a:latin typeface="Segoe UI"/>
                <a:cs typeface="Segoe UI"/>
              </a:rPr>
              <a:t>Iterate and refine</a:t>
            </a:r>
            <a:br>
              <a:rPr lang="en-US" sz="800" b="1">
                <a:latin typeface="Segoe UI"/>
                <a:cs typeface="Segoe UI"/>
              </a:rPr>
            </a:br>
            <a:r>
              <a:rPr lang="en-US" sz="800" b="1">
                <a:latin typeface="Segoe UI"/>
                <a:cs typeface="Segoe UI"/>
              </a:rPr>
              <a:t> Provide short feedback loops: </a:t>
            </a:r>
            <a:r>
              <a:rPr lang="en-US" sz="800" i="1">
                <a:latin typeface="Segoe UI"/>
                <a:cs typeface="Segoe UI"/>
              </a:rPr>
              <a:t>“Expand tests,” “Refactor for clean code,” “Optimize for performance.”</a:t>
            </a:r>
            <a:endParaRPr lang="en-US" sz="800"/>
          </a:p>
          <a:p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3352963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302B12-5F72-E24E-5EC4-610C9B3F4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D098F-3F6F-CCF9-E1FD-1A7FDBA80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outcomes can be expected ?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0BF51A-1E1E-FA44-BD42-FD44C15C85FB}"/>
              </a:ext>
            </a:extLst>
          </p:cNvPr>
          <p:cNvSpPr txBox="1"/>
          <p:nvPr/>
        </p:nvSpPr>
        <p:spPr>
          <a:xfrm>
            <a:off x="645313" y="2807208"/>
            <a:ext cx="3874698" cy="34107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aseline="0"/>
              <a:t>Expected Gains (</a:t>
            </a:r>
            <a:r>
              <a:rPr lang="en-US" sz="1700"/>
              <a:t>Conservative Estimates</a:t>
            </a:r>
            <a:r>
              <a:rPr lang="en-US" sz="1700" baseline="0"/>
              <a:t>)</a:t>
            </a:r>
            <a:r>
              <a:rPr lang="en-US" sz="1700"/>
              <a:t>​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aseline="0"/>
              <a:t>30–50% faster feature delivery</a:t>
            </a:r>
            <a:r>
              <a:rPr lang="en-US" sz="1700"/>
              <a:t>​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aseline="0"/>
              <a:t>40% reduction in manual test effort</a:t>
            </a:r>
            <a:r>
              <a:rPr lang="en-US" sz="1700"/>
              <a:t>​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aseline="0"/>
              <a:t>25–35% reduction in rework</a:t>
            </a:r>
            <a:r>
              <a:rPr lang="en-US" sz="1700"/>
              <a:t>​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aseline="0"/>
              <a:t>Higher consistency across teams</a:t>
            </a:r>
            <a:r>
              <a:rPr lang="en-US" sz="1700"/>
              <a:t>​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aseline="0"/>
              <a:t>Faster confidence in changes</a:t>
            </a:r>
            <a:r>
              <a:rPr lang="en-US" sz="1700"/>
              <a:t>​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aseline="0"/>
              <a:t>Faster onboardings and KT.</a:t>
            </a:r>
            <a:r>
              <a:rPr lang="en-US" sz="1700"/>
              <a:t>​</a:t>
            </a:r>
          </a:p>
        </p:txBody>
      </p:sp>
      <p:pic>
        <p:nvPicPr>
          <p:cNvPr id="4" name="Picture 3" descr="A diagram of a light bulb with different colored symbols&#10;&#10;AI-generated content may be incorrect.">
            <a:extLst>
              <a:ext uri="{FF2B5EF4-FFF2-40B4-BE49-F238E27FC236}">
                <a16:creationId xmlns:a16="http://schemas.microsoft.com/office/drawing/2014/main" id="{03B4F63A-A75F-8563-18A0-5D45A2351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193920"/>
            <a:ext cx="6903720" cy="447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005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CFB124C-4B0C-4A81-8633-17257B151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82006" y="569844"/>
            <a:ext cx="8427988" cy="5649981"/>
          </a:xfrm>
          <a:prstGeom prst="rect">
            <a:avLst/>
          </a:prstGeom>
          <a:ln>
            <a:noFill/>
          </a:ln>
          <a:effectLst>
            <a:outerShdw blurRad="317500" dist="317500" dir="7140000" sx="95000" sy="95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hand typing on a computer&#10;&#10;AI-generated content may be incorrect.">
            <a:extLst>
              <a:ext uri="{FF2B5EF4-FFF2-40B4-BE49-F238E27FC236}">
                <a16:creationId xmlns:a16="http://schemas.microsoft.com/office/drawing/2014/main" id="{EC3C37B4-CF11-8224-CA3D-51469DB0FA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2"/>
          <a:stretch>
            <a:fillRect/>
          </a:stretch>
        </p:blipFill>
        <p:spPr>
          <a:xfrm>
            <a:off x="3837" y="1026"/>
            <a:ext cx="12207050" cy="68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94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hand holding a microphone&#10;&#10;AI-generated content may be incorrect.">
            <a:extLst>
              <a:ext uri="{FF2B5EF4-FFF2-40B4-BE49-F238E27FC236}">
                <a16:creationId xmlns:a16="http://schemas.microsoft.com/office/drawing/2014/main" id="{DD480062-A2E9-D122-3B2B-A375D44CB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046" r="570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209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Current Productivity Challenges in SDLC</vt:lpstr>
      <vt:lpstr>Coding Assistants</vt:lpstr>
      <vt:lpstr>What AI assistants can help with?</vt:lpstr>
      <vt:lpstr>Prompting &amp; Reusable templates</vt:lpstr>
      <vt:lpstr>Key Considerations &amp; Best Practices</vt:lpstr>
      <vt:lpstr>What outcomes can be expected 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2025-12-15T12:15:36Z</dcterms:created>
  <dcterms:modified xsi:type="dcterms:W3CDTF">2026-02-04T08:15:03Z</dcterms:modified>
</cp:coreProperties>
</file>